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7" r:id="rId3"/>
    <p:sldId id="259" r:id="rId4"/>
    <p:sldId id="258" r:id="rId5"/>
    <p:sldId id="260" r:id="rId6"/>
    <p:sldId id="265" r:id="rId7"/>
    <p:sldId id="261" r:id="rId8"/>
    <p:sldId id="276" r:id="rId9"/>
    <p:sldId id="277" r:id="rId10"/>
    <p:sldId id="278" r:id="rId11"/>
    <p:sldId id="262" r:id="rId12"/>
    <p:sldId id="271" r:id="rId13"/>
    <p:sldId id="270" r:id="rId14"/>
    <p:sldId id="272" r:id="rId15"/>
    <p:sldId id="263" r:id="rId16"/>
    <p:sldId id="273" r:id="rId17"/>
    <p:sldId id="275" r:id="rId18"/>
    <p:sldId id="274" r:id="rId19"/>
    <p:sldId id="26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BDFEF-0C69-4F84-AF4B-37379A3AD89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93752-F575-46FA-87B9-C3771B1ACC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44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03668-8073-7795-A06E-58A10E1B9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36CF5D-1384-ACE0-7C8D-230F1AE57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5A3F0-FE84-0326-2525-C6D0D8F1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8FDDC-DECB-73E5-6334-8D9F7375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71DE2D-A561-A1F9-4A35-3B6A3305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99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4D88B-ED44-8CEA-34E4-DEE5A7EF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5D0B6-B3FD-1B24-BA18-5BFA10F94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F0879-5707-C887-C2BC-27BF779C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32E34-747B-501D-2D30-B71C81F8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0872C-63CE-3F8B-D157-5429FEE9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81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A62D1-EC51-FCC2-E5E0-36CD2B0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31458D-123C-9AC0-0A00-333CE3EB6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5EE88-A9A0-CC23-A960-20556A72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9D0B4C-BC52-5C0F-445C-6016C2B4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15FC6-8EC3-009A-FE24-EA56F026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35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56BD5-2753-74DB-F16B-5A072038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54A84-ADF9-9751-B3A9-362500D30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F3FE71-6E41-E978-C31F-5531DFD23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5A8E7-8E76-70A0-B5BD-10233023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BC455C-CEED-0E74-D3D5-A4878F36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3A58A-C136-CFFC-6C64-BD8B6CD5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49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D78E9-AB91-D1D5-6BD4-72F56E10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7FC4E-C238-5C79-5163-4015B1B51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962EDC-EF02-17C8-939E-792D8AC37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FA71F-436B-749A-5C42-733774D71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737B30-3E1D-B770-242A-70BF93B51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5313C7-D9AE-7954-D510-E3E8B610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690F8E-C6C7-D081-1CE1-D50D0DFB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521594-4EFC-89E9-E95D-D1CD5238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4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8679-6794-7712-9BAC-6114784D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B2C076-14D2-7F9B-663B-166D4D7A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9FA41D-972B-2ECA-B855-D5C62C34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6D43BD-7F01-275D-6125-A6296616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95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E42108-16F1-5070-4465-50248935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7B686D-32BE-F794-37D0-32DC79FF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A4CD83-D884-BE6B-E71C-C0C7F28D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41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E1AC3-A99D-C189-C7BF-94A449E1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C47C95-7D73-9311-08FB-F800A2C4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5E8DAF-BE6F-0259-0F8D-B018E2968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F68810-CE6E-9CEC-249D-64454BD7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45F2F-B30C-B7A6-F260-D91939D9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37151D-4A10-F0FB-68D3-8A8C842C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63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6B7B5-5EA0-A372-69D4-43329FF0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26E20C-3391-D054-5FDC-4AC78167A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5B76C3-7C68-7370-B6C1-9FA017632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DD3260-B92A-DA0B-9130-AA747A63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78AE71-9957-87D7-C229-56C5FB20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3F660B-1BC8-84ED-0A63-B2B6DACF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10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2DB63-DB7D-8344-3EA9-F31FC98D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EFE3A2-5CB8-878A-9C97-5C1C6F47A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18A5A-60F5-C502-4A91-8A7AE691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5FF31-4290-21BF-6DDD-12509277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683471-F1A2-F592-04A2-FD8F7243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0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B238E9-8CA0-9986-65D2-159EA2349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598DF7-1858-9003-24C4-77949FFAB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5CA45-417A-3D8A-FD87-4AFA66C1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7F1A8-B0FE-79F8-9715-3EDC6F49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2DFAA-554A-1028-8D37-963F49CE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01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70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459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989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70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038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85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00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97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159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52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7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A2A158-8F6F-04CE-7A02-031423D60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DE0D39-5270-3509-78D9-47D0DCE87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10569-D6E7-3CD4-5C83-8A74F86B5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5A111-B8B9-4E45-9731-00E770235FC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E2B1C-9111-C18A-7CA6-ADDC83093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5AE75-17BF-79AE-1FCA-324265ECF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6C361-9159-46C1-BF3A-6FD6F2BED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37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fld id="{473D196C-FE3D-4F7F-95B1-57F59279602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fld id="{FECA8F40-B03B-4937-B710-7811881F8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33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 Medium" panose="02020500000000000000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>
            <a:off x="0" y="3976914"/>
            <a:ext cx="6952343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任意多边形: 形状 31"/>
          <p:cNvSpPr/>
          <p:nvPr/>
        </p:nvSpPr>
        <p:spPr>
          <a:xfrm>
            <a:off x="0" y="4305189"/>
            <a:ext cx="924247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1094966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3031761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4968555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24247" y="2517842"/>
            <a:ext cx="540035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i="1" dirty="0">
                <a:solidFill>
                  <a:srgbClr val="000000"/>
                </a:solidFill>
                <a:latin typeface="思源宋体 CN Heavy"/>
                <a:ea typeface="+mj-ea"/>
              </a:rPr>
              <a:t>一个智能电影推荐</a:t>
            </a:r>
            <a:r>
              <a:rPr lang="en-US" altLang="zh-CN" sz="3600" i="1" dirty="0">
                <a:solidFill>
                  <a:srgbClr val="000000"/>
                </a:solidFill>
                <a:latin typeface="思源宋体 CN Heavy"/>
                <a:ea typeface="+mj-ea"/>
              </a:rPr>
              <a:t>Agent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24247" y="1518693"/>
            <a:ext cx="7218267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1" u="none" strike="noStrike" kern="1200" cap="none" spc="0" normalizeH="0" baseline="0" noProof="0" dirty="0" err="1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CineScope</a:t>
            </a:r>
            <a:endParaRPr kumimoji="0" lang="zh-CN" altLang="en-US" sz="60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 rot="5400000">
            <a:off x="9670507" y="1524432"/>
            <a:ext cx="3648636" cy="599777"/>
          </a:xfrm>
          <a:custGeom>
            <a:avLst/>
            <a:gdLst/>
            <a:ahLst/>
            <a:cxnLst/>
            <a:rect l="l" t="t" r="r" b="b"/>
            <a:pathLst>
              <a:path w="3648636" h="599777">
                <a:moveTo>
                  <a:pt x="3196943" y="584522"/>
                </a:moveTo>
                <a:lnTo>
                  <a:pt x="3196943" y="558477"/>
                </a:lnTo>
                <a:lnTo>
                  <a:pt x="3265404" y="551780"/>
                </a:lnTo>
                <a:cubicBezTo>
                  <a:pt x="3266644" y="513333"/>
                  <a:pt x="3267326" y="474513"/>
                  <a:pt x="3267450" y="435322"/>
                </a:cubicBezTo>
                <a:cubicBezTo>
                  <a:pt x="3267574" y="396130"/>
                  <a:pt x="3267636" y="356691"/>
                  <a:pt x="3267636" y="317003"/>
                </a:cubicBezTo>
                <a:lnTo>
                  <a:pt x="3267636" y="283517"/>
                </a:lnTo>
                <a:cubicBezTo>
                  <a:pt x="3267636" y="243830"/>
                  <a:pt x="3267575" y="204328"/>
                  <a:pt x="3267450" y="165013"/>
                </a:cubicBezTo>
                <a:cubicBezTo>
                  <a:pt x="3267326" y="125697"/>
                  <a:pt x="3266644" y="86444"/>
                  <a:pt x="3265404" y="47252"/>
                </a:cubicBezTo>
                <a:lnTo>
                  <a:pt x="3196943" y="41299"/>
                </a:lnTo>
                <a:lnTo>
                  <a:pt x="3196943" y="15254"/>
                </a:lnTo>
                <a:lnTo>
                  <a:pt x="3632637" y="15254"/>
                </a:lnTo>
                <a:lnTo>
                  <a:pt x="3631893" y="167059"/>
                </a:lnTo>
                <a:lnTo>
                  <a:pt x="3587989" y="167059"/>
                </a:lnTo>
                <a:lnTo>
                  <a:pt x="3552642" y="45020"/>
                </a:lnTo>
                <a:lnTo>
                  <a:pt x="3398233" y="45020"/>
                </a:lnTo>
                <a:cubicBezTo>
                  <a:pt x="3397489" y="83219"/>
                  <a:pt x="3397055" y="121915"/>
                  <a:pt x="3396931" y="161106"/>
                </a:cubicBezTo>
                <a:cubicBezTo>
                  <a:pt x="3396807" y="200297"/>
                  <a:pt x="3396745" y="240109"/>
                  <a:pt x="3396745" y="280541"/>
                </a:cubicBezTo>
                <a:lnTo>
                  <a:pt x="3500180" y="280541"/>
                </a:lnTo>
                <a:lnTo>
                  <a:pt x="3511714" y="196081"/>
                </a:lnTo>
                <a:lnTo>
                  <a:pt x="3549666" y="196081"/>
                </a:lnTo>
                <a:lnTo>
                  <a:pt x="3549666" y="388813"/>
                </a:lnTo>
                <a:lnTo>
                  <a:pt x="3511714" y="388813"/>
                </a:lnTo>
                <a:lnTo>
                  <a:pt x="3500924" y="308074"/>
                </a:lnTo>
                <a:lnTo>
                  <a:pt x="3396745" y="308074"/>
                </a:lnTo>
                <a:lnTo>
                  <a:pt x="3396745" y="310306"/>
                </a:lnTo>
                <a:cubicBezTo>
                  <a:pt x="3396745" y="352474"/>
                  <a:pt x="3396807" y="393836"/>
                  <a:pt x="3396931" y="434392"/>
                </a:cubicBezTo>
                <a:cubicBezTo>
                  <a:pt x="3397055" y="474947"/>
                  <a:pt x="3397489" y="515069"/>
                  <a:pt x="3398233" y="554756"/>
                </a:cubicBezTo>
                <a:lnTo>
                  <a:pt x="3569385" y="554756"/>
                </a:lnTo>
                <a:lnTo>
                  <a:pt x="3604732" y="426764"/>
                </a:lnTo>
                <a:lnTo>
                  <a:pt x="3647148" y="426764"/>
                </a:lnTo>
                <a:lnTo>
                  <a:pt x="3648636" y="584522"/>
                </a:lnTo>
                <a:close/>
                <a:moveTo>
                  <a:pt x="2701643" y="584522"/>
                </a:moveTo>
                <a:lnTo>
                  <a:pt x="2702387" y="558477"/>
                </a:lnTo>
                <a:lnTo>
                  <a:pt x="2770104" y="551780"/>
                </a:lnTo>
                <a:cubicBezTo>
                  <a:pt x="2771344" y="513581"/>
                  <a:pt x="2772026" y="475939"/>
                  <a:pt x="2772150" y="438857"/>
                </a:cubicBezTo>
                <a:cubicBezTo>
                  <a:pt x="2772275" y="401773"/>
                  <a:pt x="2772336" y="367977"/>
                  <a:pt x="2772336" y="337467"/>
                </a:cubicBezTo>
                <a:lnTo>
                  <a:pt x="2772336" y="283517"/>
                </a:lnTo>
                <a:cubicBezTo>
                  <a:pt x="2772336" y="243830"/>
                  <a:pt x="2772275" y="204328"/>
                  <a:pt x="2772150" y="165013"/>
                </a:cubicBezTo>
                <a:cubicBezTo>
                  <a:pt x="2772026" y="125697"/>
                  <a:pt x="2771344" y="86444"/>
                  <a:pt x="2770104" y="47252"/>
                </a:cubicBezTo>
                <a:lnTo>
                  <a:pt x="2701643" y="41299"/>
                </a:lnTo>
                <a:lnTo>
                  <a:pt x="2701643" y="15254"/>
                </a:lnTo>
                <a:lnTo>
                  <a:pt x="2977347" y="15254"/>
                </a:lnTo>
                <a:lnTo>
                  <a:pt x="2977347" y="41299"/>
                </a:lnTo>
                <a:lnTo>
                  <a:pt x="2902933" y="47997"/>
                </a:lnTo>
                <a:cubicBezTo>
                  <a:pt x="2902189" y="86444"/>
                  <a:pt x="2901755" y="124705"/>
                  <a:pt x="2901631" y="162780"/>
                </a:cubicBezTo>
                <a:cubicBezTo>
                  <a:pt x="2901507" y="200855"/>
                  <a:pt x="2901445" y="237008"/>
                  <a:pt x="2901445" y="271239"/>
                </a:cubicBezTo>
                <a:lnTo>
                  <a:pt x="2901445" y="320724"/>
                </a:lnTo>
                <a:cubicBezTo>
                  <a:pt x="2901445" y="358427"/>
                  <a:pt x="2901507" y="396937"/>
                  <a:pt x="2901631" y="436252"/>
                </a:cubicBezTo>
                <a:cubicBezTo>
                  <a:pt x="2901755" y="475567"/>
                  <a:pt x="2902189" y="515069"/>
                  <a:pt x="2902933" y="554756"/>
                </a:cubicBezTo>
                <a:lnTo>
                  <a:pt x="3061435" y="554756"/>
                </a:lnTo>
                <a:lnTo>
                  <a:pt x="3099386" y="413742"/>
                </a:lnTo>
                <a:lnTo>
                  <a:pt x="3140686" y="413742"/>
                </a:lnTo>
                <a:lnTo>
                  <a:pt x="3142174" y="584522"/>
                </a:lnTo>
                <a:close/>
                <a:moveTo>
                  <a:pt x="2138254" y="41299"/>
                </a:moveTo>
                <a:lnTo>
                  <a:pt x="2138254" y="15254"/>
                </a:lnTo>
                <a:lnTo>
                  <a:pt x="2402424" y="15254"/>
                </a:lnTo>
                <a:lnTo>
                  <a:pt x="2402424" y="41299"/>
                </a:lnTo>
                <a:lnTo>
                  <a:pt x="2327266" y="48741"/>
                </a:lnTo>
                <a:lnTo>
                  <a:pt x="2446700" y="308818"/>
                </a:lnTo>
                <a:lnTo>
                  <a:pt x="2564275" y="50973"/>
                </a:lnTo>
                <a:lnTo>
                  <a:pt x="2489488" y="41299"/>
                </a:lnTo>
                <a:lnTo>
                  <a:pt x="2489488" y="15254"/>
                </a:lnTo>
                <a:lnTo>
                  <a:pt x="2667710" y="15254"/>
                </a:lnTo>
                <a:lnTo>
                  <a:pt x="2667710" y="41299"/>
                </a:lnTo>
                <a:lnTo>
                  <a:pt x="2605202" y="50229"/>
                </a:lnTo>
                <a:lnTo>
                  <a:pt x="2463444" y="340072"/>
                </a:lnTo>
                <a:cubicBezTo>
                  <a:pt x="2463444" y="374798"/>
                  <a:pt x="2463505" y="404192"/>
                  <a:pt x="2463630" y="428253"/>
                </a:cubicBezTo>
                <a:cubicBezTo>
                  <a:pt x="2463753" y="452313"/>
                  <a:pt x="2463877" y="473893"/>
                  <a:pt x="2464002" y="492993"/>
                </a:cubicBezTo>
                <a:cubicBezTo>
                  <a:pt x="2464125" y="512092"/>
                  <a:pt x="2464435" y="531440"/>
                  <a:pt x="2464932" y="551036"/>
                </a:cubicBezTo>
                <a:lnTo>
                  <a:pt x="2542694" y="558477"/>
                </a:lnTo>
                <a:lnTo>
                  <a:pt x="2542694" y="584522"/>
                </a:lnTo>
                <a:lnTo>
                  <a:pt x="2256200" y="584522"/>
                </a:lnTo>
                <a:lnTo>
                  <a:pt x="2256200" y="558477"/>
                </a:lnTo>
                <a:lnTo>
                  <a:pt x="2333219" y="551036"/>
                </a:lnTo>
                <a:cubicBezTo>
                  <a:pt x="2333715" y="532928"/>
                  <a:pt x="2334087" y="515131"/>
                  <a:pt x="2334335" y="497644"/>
                </a:cubicBezTo>
                <a:cubicBezTo>
                  <a:pt x="2334583" y="480156"/>
                  <a:pt x="2334707" y="460623"/>
                  <a:pt x="2334707" y="439043"/>
                </a:cubicBezTo>
                <a:cubicBezTo>
                  <a:pt x="2334707" y="417462"/>
                  <a:pt x="2334707" y="391541"/>
                  <a:pt x="2334707" y="361280"/>
                </a:cubicBezTo>
                <a:lnTo>
                  <a:pt x="2179926" y="45020"/>
                </a:lnTo>
                <a:close/>
                <a:moveTo>
                  <a:pt x="1602027" y="178221"/>
                </a:moveTo>
                <a:lnTo>
                  <a:pt x="1605003" y="15254"/>
                </a:lnTo>
                <a:lnTo>
                  <a:pt x="2108042" y="15254"/>
                </a:lnTo>
                <a:lnTo>
                  <a:pt x="2111019" y="178221"/>
                </a:lnTo>
                <a:lnTo>
                  <a:pt x="2066742" y="178221"/>
                </a:lnTo>
                <a:lnTo>
                  <a:pt x="2028047" y="45020"/>
                </a:lnTo>
                <a:lnTo>
                  <a:pt x="1922007" y="45020"/>
                </a:lnTo>
                <a:cubicBezTo>
                  <a:pt x="1921263" y="84211"/>
                  <a:pt x="1920829" y="123651"/>
                  <a:pt x="1920705" y="163338"/>
                </a:cubicBezTo>
                <a:cubicBezTo>
                  <a:pt x="1920581" y="203026"/>
                  <a:pt x="1920519" y="243085"/>
                  <a:pt x="1920519" y="283517"/>
                </a:cubicBezTo>
                <a:lnTo>
                  <a:pt x="1920519" y="316259"/>
                </a:lnTo>
                <a:cubicBezTo>
                  <a:pt x="1920519" y="355203"/>
                  <a:pt x="1920581" y="394332"/>
                  <a:pt x="1920705" y="433647"/>
                </a:cubicBezTo>
                <a:cubicBezTo>
                  <a:pt x="1920829" y="472963"/>
                  <a:pt x="1921263" y="512092"/>
                  <a:pt x="1922007" y="551036"/>
                </a:cubicBezTo>
                <a:lnTo>
                  <a:pt x="1999769" y="558477"/>
                </a:lnTo>
                <a:lnTo>
                  <a:pt x="1999769" y="584522"/>
                </a:lnTo>
                <a:lnTo>
                  <a:pt x="1713276" y="584522"/>
                </a:lnTo>
                <a:lnTo>
                  <a:pt x="1713276" y="558477"/>
                </a:lnTo>
                <a:lnTo>
                  <a:pt x="1790294" y="551036"/>
                </a:lnTo>
                <a:cubicBezTo>
                  <a:pt x="1791038" y="512836"/>
                  <a:pt x="1791472" y="474203"/>
                  <a:pt x="1791596" y="435136"/>
                </a:cubicBezTo>
                <a:cubicBezTo>
                  <a:pt x="1791720" y="396068"/>
                  <a:pt x="1791782" y="356691"/>
                  <a:pt x="1791782" y="317003"/>
                </a:cubicBezTo>
                <a:lnTo>
                  <a:pt x="1791782" y="283517"/>
                </a:lnTo>
                <a:cubicBezTo>
                  <a:pt x="1791782" y="243582"/>
                  <a:pt x="1791720" y="203646"/>
                  <a:pt x="1791596" y="163710"/>
                </a:cubicBezTo>
                <a:cubicBezTo>
                  <a:pt x="1791473" y="123775"/>
                  <a:pt x="1791038" y="84211"/>
                  <a:pt x="1790294" y="45020"/>
                </a:cubicBezTo>
                <a:lnTo>
                  <a:pt x="1684998" y="45020"/>
                </a:lnTo>
                <a:lnTo>
                  <a:pt x="1647047" y="178221"/>
                </a:lnTo>
                <a:close/>
                <a:moveTo>
                  <a:pt x="1156509" y="554012"/>
                </a:moveTo>
                <a:lnTo>
                  <a:pt x="1162091" y="423043"/>
                </a:lnTo>
                <a:lnTo>
                  <a:pt x="1206367" y="423043"/>
                </a:lnTo>
                <a:lnTo>
                  <a:pt x="1246551" y="555501"/>
                </a:lnTo>
                <a:cubicBezTo>
                  <a:pt x="1257961" y="559717"/>
                  <a:pt x="1269619" y="562694"/>
                  <a:pt x="1281525" y="564430"/>
                </a:cubicBezTo>
                <a:cubicBezTo>
                  <a:pt x="1293431" y="566167"/>
                  <a:pt x="1306702" y="567035"/>
                  <a:pt x="1321337" y="567035"/>
                </a:cubicBezTo>
                <a:cubicBezTo>
                  <a:pt x="1359040" y="567035"/>
                  <a:pt x="1388000" y="558601"/>
                  <a:pt x="1408215" y="541734"/>
                </a:cubicBezTo>
                <a:cubicBezTo>
                  <a:pt x="1428431" y="524867"/>
                  <a:pt x="1438539" y="501550"/>
                  <a:pt x="1438539" y="471785"/>
                </a:cubicBezTo>
                <a:cubicBezTo>
                  <a:pt x="1438539" y="445740"/>
                  <a:pt x="1432338" y="424904"/>
                  <a:pt x="1419935" y="409277"/>
                </a:cubicBezTo>
                <a:cubicBezTo>
                  <a:pt x="1407533" y="393650"/>
                  <a:pt x="1386077" y="379139"/>
                  <a:pt x="1355567" y="365745"/>
                </a:cubicBezTo>
                <a:lnTo>
                  <a:pt x="1319104" y="349746"/>
                </a:lnTo>
                <a:cubicBezTo>
                  <a:pt x="1268007" y="326925"/>
                  <a:pt x="1229187" y="301314"/>
                  <a:pt x="1202646" y="272913"/>
                </a:cubicBezTo>
                <a:cubicBezTo>
                  <a:pt x="1176105" y="244512"/>
                  <a:pt x="1162835" y="207367"/>
                  <a:pt x="1162835" y="161478"/>
                </a:cubicBezTo>
                <a:cubicBezTo>
                  <a:pt x="1162835" y="127248"/>
                  <a:pt x="1171455" y="98102"/>
                  <a:pt x="1188694" y="74042"/>
                </a:cubicBezTo>
                <a:cubicBezTo>
                  <a:pt x="1205933" y="49981"/>
                  <a:pt x="1230118" y="31626"/>
                  <a:pt x="1261247" y="18975"/>
                </a:cubicBezTo>
                <a:cubicBezTo>
                  <a:pt x="1292377" y="6325"/>
                  <a:pt x="1328654" y="0"/>
                  <a:pt x="1370078" y="0"/>
                </a:cubicBezTo>
                <a:cubicBezTo>
                  <a:pt x="1399844" y="0"/>
                  <a:pt x="1427811" y="3844"/>
                  <a:pt x="1453980" y="11534"/>
                </a:cubicBezTo>
                <a:cubicBezTo>
                  <a:pt x="1480149" y="19223"/>
                  <a:pt x="1503775" y="29889"/>
                  <a:pt x="1524859" y="43532"/>
                </a:cubicBezTo>
                <a:lnTo>
                  <a:pt x="1517790" y="167803"/>
                </a:lnTo>
                <a:lnTo>
                  <a:pt x="1473514" y="167803"/>
                </a:lnTo>
                <a:lnTo>
                  <a:pt x="1434818" y="41299"/>
                </a:lnTo>
                <a:cubicBezTo>
                  <a:pt x="1427129" y="37827"/>
                  <a:pt x="1419315" y="35408"/>
                  <a:pt x="1411378" y="34044"/>
                </a:cubicBezTo>
                <a:cubicBezTo>
                  <a:pt x="1403440" y="32680"/>
                  <a:pt x="1394759" y="31998"/>
                  <a:pt x="1385333" y="31998"/>
                </a:cubicBezTo>
                <a:cubicBezTo>
                  <a:pt x="1352095" y="31998"/>
                  <a:pt x="1325616" y="39997"/>
                  <a:pt x="1305896" y="55996"/>
                </a:cubicBezTo>
                <a:cubicBezTo>
                  <a:pt x="1286176" y="71995"/>
                  <a:pt x="1276316" y="94257"/>
                  <a:pt x="1276316" y="122783"/>
                </a:cubicBezTo>
                <a:cubicBezTo>
                  <a:pt x="1276316" y="149076"/>
                  <a:pt x="1283386" y="170098"/>
                  <a:pt x="1297524" y="185849"/>
                </a:cubicBezTo>
                <a:cubicBezTo>
                  <a:pt x="1311663" y="201600"/>
                  <a:pt x="1332003" y="215676"/>
                  <a:pt x="1358544" y="228079"/>
                </a:cubicBezTo>
                <a:lnTo>
                  <a:pt x="1399099" y="246310"/>
                </a:lnTo>
                <a:cubicBezTo>
                  <a:pt x="1436802" y="263177"/>
                  <a:pt x="1467065" y="280168"/>
                  <a:pt x="1489885" y="297284"/>
                </a:cubicBezTo>
                <a:cubicBezTo>
                  <a:pt x="1512705" y="314399"/>
                  <a:pt x="1529200" y="333437"/>
                  <a:pt x="1539370" y="354397"/>
                </a:cubicBezTo>
                <a:cubicBezTo>
                  <a:pt x="1549540" y="375356"/>
                  <a:pt x="1554625" y="400223"/>
                  <a:pt x="1554625" y="428997"/>
                </a:cubicBezTo>
                <a:cubicBezTo>
                  <a:pt x="1554625" y="479598"/>
                  <a:pt x="1535773" y="520712"/>
                  <a:pt x="1498070" y="552338"/>
                </a:cubicBezTo>
                <a:cubicBezTo>
                  <a:pt x="1460367" y="583964"/>
                  <a:pt x="1405797" y="599777"/>
                  <a:pt x="1334359" y="599777"/>
                </a:cubicBezTo>
                <a:cubicBezTo>
                  <a:pt x="1303105" y="599777"/>
                  <a:pt x="1271417" y="595870"/>
                  <a:pt x="1239295" y="588057"/>
                </a:cubicBezTo>
                <a:cubicBezTo>
                  <a:pt x="1207173" y="580243"/>
                  <a:pt x="1179578" y="568895"/>
                  <a:pt x="1156509" y="554012"/>
                </a:cubicBezTo>
                <a:close/>
                <a:moveTo>
                  <a:pt x="453743" y="584522"/>
                </a:moveTo>
                <a:lnTo>
                  <a:pt x="453743" y="558477"/>
                </a:lnTo>
                <a:lnTo>
                  <a:pt x="522204" y="551780"/>
                </a:lnTo>
                <a:cubicBezTo>
                  <a:pt x="523444" y="513333"/>
                  <a:pt x="524127" y="474513"/>
                  <a:pt x="524250" y="435322"/>
                </a:cubicBezTo>
                <a:cubicBezTo>
                  <a:pt x="524374" y="396130"/>
                  <a:pt x="524436" y="356691"/>
                  <a:pt x="524436" y="317003"/>
                </a:cubicBezTo>
                <a:lnTo>
                  <a:pt x="524436" y="283517"/>
                </a:lnTo>
                <a:cubicBezTo>
                  <a:pt x="524436" y="243830"/>
                  <a:pt x="524374" y="204328"/>
                  <a:pt x="524250" y="165013"/>
                </a:cubicBezTo>
                <a:cubicBezTo>
                  <a:pt x="524127" y="125697"/>
                  <a:pt x="523444" y="86444"/>
                  <a:pt x="522204" y="47252"/>
                </a:cubicBezTo>
                <a:lnTo>
                  <a:pt x="453743" y="41299"/>
                </a:lnTo>
                <a:lnTo>
                  <a:pt x="453743" y="15254"/>
                </a:lnTo>
                <a:lnTo>
                  <a:pt x="889437" y="15254"/>
                </a:lnTo>
                <a:lnTo>
                  <a:pt x="888693" y="167059"/>
                </a:lnTo>
                <a:lnTo>
                  <a:pt x="844789" y="167059"/>
                </a:lnTo>
                <a:lnTo>
                  <a:pt x="809442" y="45020"/>
                </a:lnTo>
                <a:lnTo>
                  <a:pt x="655033" y="45020"/>
                </a:lnTo>
                <a:cubicBezTo>
                  <a:pt x="654289" y="83219"/>
                  <a:pt x="653855" y="121915"/>
                  <a:pt x="653731" y="161106"/>
                </a:cubicBezTo>
                <a:cubicBezTo>
                  <a:pt x="653607" y="200297"/>
                  <a:pt x="653545" y="240109"/>
                  <a:pt x="653545" y="280541"/>
                </a:cubicBezTo>
                <a:lnTo>
                  <a:pt x="756980" y="280541"/>
                </a:lnTo>
                <a:lnTo>
                  <a:pt x="768515" y="196081"/>
                </a:lnTo>
                <a:lnTo>
                  <a:pt x="806466" y="196081"/>
                </a:lnTo>
                <a:lnTo>
                  <a:pt x="806466" y="388813"/>
                </a:lnTo>
                <a:lnTo>
                  <a:pt x="768515" y="388813"/>
                </a:lnTo>
                <a:lnTo>
                  <a:pt x="757725" y="308074"/>
                </a:lnTo>
                <a:lnTo>
                  <a:pt x="653545" y="308074"/>
                </a:lnTo>
                <a:lnTo>
                  <a:pt x="653545" y="310306"/>
                </a:lnTo>
                <a:cubicBezTo>
                  <a:pt x="653545" y="352474"/>
                  <a:pt x="653607" y="393836"/>
                  <a:pt x="653731" y="434392"/>
                </a:cubicBezTo>
                <a:cubicBezTo>
                  <a:pt x="653855" y="474947"/>
                  <a:pt x="654289" y="515069"/>
                  <a:pt x="655033" y="554756"/>
                </a:cubicBezTo>
                <a:lnTo>
                  <a:pt x="826185" y="554756"/>
                </a:lnTo>
                <a:lnTo>
                  <a:pt x="861532" y="426764"/>
                </a:lnTo>
                <a:lnTo>
                  <a:pt x="903948" y="426764"/>
                </a:lnTo>
                <a:lnTo>
                  <a:pt x="905436" y="584522"/>
                </a:lnTo>
                <a:close/>
                <a:moveTo>
                  <a:pt x="0" y="550358"/>
                </a:moveTo>
                <a:lnTo>
                  <a:pt x="0" y="51574"/>
                </a:lnTo>
                <a:lnTo>
                  <a:pt x="21546" y="36276"/>
                </a:lnTo>
                <a:cubicBezTo>
                  <a:pt x="67931" y="12092"/>
                  <a:pt x="121757" y="0"/>
                  <a:pt x="183025" y="0"/>
                </a:cubicBezTo>
                <a:cubicBezTo>
                  <a:pt x="215767" y="0"/>
                  <a:pt x="245594" y="3534"/>
                  <a:pt x="272508" y="10604"/>
                </a:cubicBezTo>
                <a:cubicBezTo>
                  <a:pt x="299421" y="17673"/>
                  <a:pt x="324659" y="27905"/>
                  <a:pt x="348224" y="41299"/>
                </a:cubicBezTo>
                <a:lnTo>
                  <a:pt x="345247" y="180826"/>
                </a:lnTo>
                <a:lnTo>
                  <a:pt x="297994" y="180826"/>
                </a:lnTo>
                <a:lnTo>
                  <a:pt x="258183" y="39811"/>
                </a:lnTo>
                <a:cubicBezTo>
                  <a:pt x="241068" y="32618"/>
                  <a:pt x="221596" y="29021"/>
                  <a:pt x="199768" y="29021"/>
                </a:cubicBezTo>
                <a:cubicBezTo>
                  <a:pt x="163801" y="29021"/>
                  <a:pt x="131431" y="38881"/>
                  <a:pt x="102658" y="58601"/>
                </a:cubicBezTo>
                <a:cubicBezTo>
                  <a:pt x="73884" y="78320"/>
                  <a:pt x="51126" y="108148"/>
                  <a:pt x="34383" y="148084"/>
                </a:cubicBezTo>
                <a:cubicBezTo>
                  <a:pt x="17639" y="188019"/>
                  <a:pt x="9268" y="238497"/>
                  <a:pt x="9268" y="299516"/>
                </a:cubicBezTo>
                <a:cubicBezTo>
                  <a:pt x="9268" y="356071"/>
                  <a:pt x="17392" y="404626"/>
                  <a:pt x="33638" y="445182"/>
                </a:cubicBezTo>
                <a:cubicBezTo>
                  <a:pt x="49885" y="485737"/>
                  <a:pt x="71838" y="516805"/>
                  <a:pt x="99495" y="538385"/>
                </a:cubicBezTo>
                <a:cubicBezTo>
                  <a:pt x="127152" y="559965"/>
                  <a:pt x="157972" y="570755"/>
                  <a:pt x="191954" y="570755"/>
                </a:cubicBezTo>
                <a:cubicBezTo>
                  <a:pt x="200636" y="570755"/>
                  <a:pt x="209194" y="570321"/>
                  <a:pt x="217627" y="569453"/>
                </a:cubicBezTo>
                <a:cubicBezTo>
                  <a:pt x="226061" y="568585"/>
                  <a:pt x="234246" y="567283"/>
                  <a:pt x="242184" y="565546"/>
                </a:cubicBezTo>
                <a:lnTo>
                  <a:pt x="242184" y="508248"/>
                </a:lnTo>
                <a:cubicBezTo>
                  <a:pt x="242184" y="480218"/>
                  <a:pt x="241998" y="452437"/>
                  <a:pt x="241626" y="424904"/>
                </a:cubicBezTo>
                <a:cubicBezTo>
                  <a:pt x="241254" y="397371"/>
                  <a:pt x="240696" y="369341"/>
                  <a:pt x="239951" y="340816"/>
                </a:cubicBezTo>
                <a:lnTo>
                  <a:pt x="158468" y="330770"/>
                </a:lnTo>
                <a:lnTo>
                  <a:pt x="158468" y="304725"/>
                </a:lnTo>
                <a:lnTo>
                  <a:pt x="412964" y="304725"/>
                </a:lnTo>
                <a:lnTo>
                  <a:pt x="412964" y="330770"/>
                </a:lnTo>
                <a:lnTo>
                  <a:pt x="365711" y="336723"/>
                </a:lnTo>
                <a:cubicBezTo>
                  <a:pt x="364223" y="392534"/>
                  <a:pt x="363479" y="450949"/>
                  <a:pt x="363479" y="511968"/>
                </a:cubicBezTo>
                <a:lnTo>
                  <a:pt x="363479" y="549547"/>
                </a:lnTo>
                <a:cubicBezTo>
                  <a:pt x="333713" y="566911"/>
                  <a:pt x="304320" y="579623"/>
                  <a:pt x="275298" y="587685"/>
                </a:cubicBezTo>
                <a:cubicBezTo>
                  <a:pt x="246277" y="595746"/>
                  <a:pt x="213659" y="599777"/>
                  <a:pt x="177444" y="599777"/>
                </a:cubicBezTo>
                <a:cubicBezTo>
                  <a:pt x="117168" y="599777"/>
                  <a:pt x="64272" y="587809"/>
                  <a:pt x="18756" y="563872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00873" y="4096373"/>
            <a:ext cx="4093478" cy="97693"/>
            <a:chOff x="200873" y="3702782"/>
            <a:chExt cx="4093478" cy="97693"/>
          </a:xfrm>
        </p:grpSpPr>
        <p:sp>
          <p:nvSpPr>
            <p:cNvPr id="45" name="矩形 44"/>
            <p:cNvSpPr/>
            <p:nvPr/>
          </p:nvSpPr>
          <p:spPr>
            <a:xfrm>
              <a:off x="20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6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72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8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24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50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76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02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29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55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81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07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33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59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385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411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639487" y="5656453"/>
            <a:ext cx="4093478" cy="97693"/>
            <a:chOff x="200873" y="3702782"/>
            <a:chExt cx="4093478" cy="97693"/>
          </a:xfrm>
        </p:grpSpPr>
        <p:sp>
          <p:nvSpPr>
            <p:cNvPr id="63" name="矩形 62"/>
            <p:cNvSpPr/>
            <p:nvPr/>
          </p:nvSpPr>
          <p:spPr>
            <a:xfrm>
              <a:off x="20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46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72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98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124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50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76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02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229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255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281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307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33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59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385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411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7971906" y="218190"/>
            <a:ext cx="2630595" cy="567623"/>
            <a:chOff x="7211245" y="121919"/>
            <a:chExt cx="3024649" cy="718494"/>
          </a:xfrm>
          <a:solidFill>
            <a:schemeClr val="accent3">
              <a:lumMod val="75000"/>
            </a:schemeClr>
          </a:solidFill>
        </p:grpSpPr>
        <p:sp>
          <p:nvSpPr>
            <p:cNvPr id="79" name="矩形 78"/>
            <p:cNvSpPr/>
            <p:nvPr/>
          </p:nvSpPr>
          <p:spPr>
            <a:xfrm>
              <a:off x="8512971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862678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69632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732476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802008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8838163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895288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02242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905654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917036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23989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927605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934558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9381737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949646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956599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9601242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971506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978459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9820747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9890279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992643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004116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1011069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721124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7325971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7395503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429627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7543445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7612977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764913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771866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775481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7869545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7939077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797432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808814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15767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819382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826336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8299516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41424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848377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1014588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153" name="任意多边形: 形状 152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952845" y="3147658"/>
            <a:ext cx="3393752" cy="787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2351299 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王雷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2354185 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周达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2351129 </a:t>
            </a:r>
            <a:r>
              <a:rPr lang="zh-CN" altLang="en-US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黄景胤 </a:t>
            </a:r>
            <a:r>
              <a:rPr lang="en-US" altLang="zh-CN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2352609 </a:t>
            </a:r>
            <a:r>
              <a:rPr lang="zh-CN" altLang="en-US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林琪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155" name="图形 1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158" name="图形 1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139" name="矩形 138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 flipH="1">
            <a:off x="1392021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flipH="1">
            <a:off x="52521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>
          <a:xfrm flipH="1">
            <a:off x="0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7" name="任意多边形: 形状 6"/>
          <p:cNvSpPr/>
          <p:nvPr/>
        </p:nvSpPr>
        <p:spPr>
          <a:xfrm flipH="1">
            <a:off x="0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493717" y="4853214"/>
            <a:ext cx="404586" cy="404586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397286" y="5424082"/>
            <a:ext cx="570318" cy="57031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 rot="16200000">
            <a:off x="-1127561" y="1510363"/>
            <a:ext cx="3620503" cy="599777"/>
          </a:xfrm>
          <a:custGeom>
            <a:avLst/>
            <a:gdLst/>
            <a:ahLst/>
            <a:cxnLst/>
            <a:rect l="l" t="t" r="r" b="b"/>
            <a:pathLst>
              <a:path w="3620503" h="599777">
                <a:moveTo>
                  <a:pt x="476250" y="554756"/>
                </a:moveTo>
                <a:cubicBezTo>
                  <a:pt x="452934" y="568399"/>
                  <a:pt x="427137" y="579313"/>
                  <a:pt x="398860" y="587499"/>
                </a:cubicBezTo>
                <a:cubicBezTo>
                  <a:pt x="370582" y="595684"/>
                  <a:pt x="338708" y="599777"/>
                  <a:pt x="303238" y="599777"/>
                </a:cubicBezTo>
                <a:cubicBezTo>
                  <a:pt x="261070" y="599777"/>
                  <a:pt x="221692" y="593576"/>
                  <a:pt x="185105" y="581173"/>
                </a:cubicBezTo>
                <a:cubicBezTo>
                  <a:pt x="148518" y="568771"/>
                  <a:pt x="116334" y="550106"/>
                  <a:pt x="88553" y="525177"/>
                </a:cubicBezTo>
                <a:cubicBezTo>
                  <a:pt x="60772" y="500248"/>
                  <a:pt x="39068" y="468994"/>
                  <a:pt x="23441" y="431415"/>
                </a:cubicBezTo>
                <a:cubicBezTo>
                  <a:pt x="7814" y="393836"/>
                  <a:pt x="0" y="349870"/>
                  <a:pt x="0" y="299516"/>
                </a:cubicBezTo>
                <a:cubicBezTo>
                  <a:pt x="0" y="248667"/>
                  <a:pt x="8248" y="204452"/>
                  <a:pt x="24743" y="166873"/>
                </a:cubicBezTo>
                <a:cubicBezTo>
                  <a:pt x="41238" y="129294"/>
                  <a:pt x="63872" y="98164"/>
                  <a:pt x="92646" y="73484"/>
                </a:cubicBezTo>
                <a:cubicBezTo>
                  <a:pt x="121419" y="48803"/>
                  <a:pt x="154410" y="30385"/>
                  <a:pt x="191617" y="18231"/>
                </a:cubicBezTo>
                <a:cubicBezTo>
                  <a:pt x="228824" y="6077"/>
                  <a:pt x="268139" y="0"/>
                  <a:pt x="309563" y="0"/>
                </a:cubicBezTo>
                <a:cubicBezTo>
                  <a:pt x="342305" y="0"/>
                  <a:pt x="371203" y="3844"/>
                  <a:pt x="396255" y="11534"/>
                </a:cubicBezTo>
                <a:cubicBezTo>
                  <a:pt x="421308" y="19223"/>
                  <a:pt x="446237" y="29889"/>
                  <a:pt x="471041" y="43532"/>
                </a:cubicBezTo>
                <a:lnTo>
                  <a:pt x="468065" y="182314"/>
                </a:lnTo>
                <a:lnTo>
                  <a:pt x="423044" y="182314"/>
                </a:lnTo>
                <a:lnTo>
                  <a:pt x="381000" y="36463"/>
                </a:lnTo>
                <a:cubicBezTo>
                  <a:pt x="364381" y="31502"/>
                  <a:pt x="345902" y="29021"/>
                  <a:pt x="325562" y="29021"/>
                </a:cubicBezTo>
                <a:cubicBezTo>
                  <a:pt x="289843" y="29021"/>
                  <a:pt x="257597" y="38633"/>
                  <a:pt x="228824" y="57857"/>
                </a:cubicBezTo>
                <a:cubicBezTo>
                  <a:pt x="200050" y="77080"/>
                  <a:pt x="177230" y="106660"/>
                  <a:pt x="160363" y="146595"/>
                </a:cubicBezTo>
                <a:cubicBezTo>
                  <a:pt x="143496" y="186531"/>
                  <a:pt x="135062" y="237753"/>
                  <a:pt x="135062" y="300260"/>
                </a:cubicBezTo>
                <a:cubicBezTo>
                  <a:pt x="135062" y="363016"/>
                  <a:pt x="143496" y="414238"/>
                  <a:pt x="160363" y="453926"/>
                </a:cubicBezTo>
                <a:cubicBezTo>
                  <a:pt x="177230" y="493613"/>
                  <a:pt x="200236" y="522883"/>
                  <a:pt x="229382" y="541734"/>
                </a:cubicBezTo>
                <a:cubicBezTo>
                  <a:pt x="258527" y="560586"/>
                  <a:pt x="291579" y="570012"/>
                  <a:pt x="328538" y="570012"/>
                </a:cubicBezTo>
                <a:cubicBezTo>
                  <a:pt x="349871" y="570012"/>
                  <a:pt x="369590" y="566663"/>
                  <a:pt x="387698" y="559965"/>
                </a:cubicBezTo>
                <a:lnTo>
                  <a:pt x="428253" y="417463"/>
                </a:lnTo>
                <a:lnTo>
                  <a:pt x="473274" y="417463"/>
                </a:lnTo>
                <a:close/>
                <a:moveTo>
                  <a:pt x="949226" y="299516"/>
                </a:moveTo>
                <a:cubicBezTo>
                  <a:pt x="949226" y="247675"/>
                  <a:pt x="944327" y="201352"/>
                  <a:pt x="934529" y="160548"/>
                </a:cubicBezTo>
                <a:cubicBezTo>
                  <a:pt x="924731" y="119744"/>
                  <a:pt x="909849" y="87622"/>
                  <a:pt x="889881" y="64182"/>
                </a:cubicBezTo>
                <a:cubicBezTo>
                  <a:pt x="869913" y="40741"/>
                  <a:pt x="844426" y="29021"/>
                  <a:pt x="813421" y="29021"/>
                </a:cubicBezTo>
                <a:cubicBezTo>
                  <a:pt x="782167" y="29021"/>
                  <a:pt x="756556" y="40741"/>
                  <a:pt x="736588" y="64182"/>
                </a:cubicBezTo>
                <a:cubicBezTo>
                  <a:pt x="716620" y="87622"/>
                  <a:pt x="701861" y="119744"/>
                  <a:pt x="692312" y="160548"/>
                </a:cubicBezTo>
                <a:cubicBezTo>
                  <a:pt x="682762" y="201352"/>
                  <a:pt x="677987" y="247675"/>
                  <a:pt x="677987" y="299516"/>
                </a:cubicBezTo>
                <a:cubicBezTo>
                  <a:pt x="677987" y="351854"/>
                  <a:pt x="682762" y="398425"/>
                  <a:pt x="692312" y="439229"/>
                </a:cubicBezTo>
                <a:cubicBezTo>
                  <a:pt x="701861" y="480032"/>
                  <a:pt x="716620" y="512155"/>
                  <a:pt x="736588" y="535595"/>
                </a:cubicBezTo>
                <a:cubicBezTo>
                  <a:pt x="756556" y="559035"/>
                  <a:pt x="782167" y="570755"/>
                  <a:pt x="813421" y="570755"/>
                </a:cubicBezTo>
                <a:cubicBezTo>
                  <a:pt x="844426" y="570755"/>
                  <a:pt x="869913" y="559035"/>
                  <a:pt x="889881" y="535595"/>
                </a:cubicBezTo>
                <a:cubicBezTo>
                  <a:pt x="909849" y="512155"/>
                  <a:pt x="924731" y="480032"/>
                  <a:pt x="934529" y="439229"/>
                </a:cubicBezTo>
                <a:cubicBezTo>
                  <a:pt x="944327" y="398425"/>
                  <a:pt x="949226" y="351854"/>
                  <a:pt x="949226" y="299516"/>
                </a:cubicBezTo>
                <a:close/>
                <a:moveTo>
                  <a:pt x="1083172" y="299516"/>
                </a:moveTo>
                <a:cubicBezTo>
                  <a:pt x="1083172" y="349126"/>
                  <a:pt x="1075978" y="392658"/>
                  <a:pt x="1061591" y="430113"/>
                </a:cubicBezTo>
                <a:cubicBezTo>
                  <a:pt x="1047204" y="467568"/>
                  <a:pt x="1027485" y="498884"/>
                  <a:pt x="1002432" y="524061"/>
                </a:cubicBezTo>
                <a:cubicBezTo>
                  <a:pt x="977380" y="549238"/>
                  <a:pt x="948606" y="568151"/>
                  <a:pt x="916112" y="580801"/>
                </a:cubicBezTo>
                <a:cubicBezTo>
                  <a:pt x="883618" y="593452"/>
                  <a:pt x="849387" y="599777"/>
                  <a:pt x="813421" y="599777"/>
                </a:cubicBezTo>
                <a:cubicBezTo>
                  <a:pt x="777701" y="599777"/>
                  <a:pt x="743595" y="593452"/>
                  <a:pt x="711101" y="580801"/>
                </a:cubicBezTo>
                <a:cubicBezTo>
                  <a:pt x="678607" y="568151"/>
                  <a:pt x="649710" y="549300"/>
                  <a:pt x="624408" y="524247"/>
                </a:cubicBezTo>
                <a:cubicBezTo>
                  <a:pt x="599108" y="499194"/>
                  <a:pt x="579202" y="467878"/>
                  <a:pt x="564692" y="430299"/>
                </a:cubicBezTo>
                <a:cubicBezTo>
                  <a:pt x="550181" y="392720"/>
                  <a:pt x="542925" y="349126"/>
                  <a:pt x="542925" y="299516"/>
                </a:cubicBezTo>
                <a:cubicBezTo>
                  <a:pt x="542925" y="250403"/>
                  <a:pt x="550243" y="207181"/>
                  <a:pt x="564878" y="169850"/>
                </a:cubicBezTo>
                <a:cubicBezTo>
                  <a:pt x="579512" y="132519"/>
                  <a:pt x="599480" y="101265"/>
                  <a:pt x="624781" y="76088"/>
                </a:cubicBezTo>
                <a:cubicBezTo>
                  <a:pt x="650081" y="50911"/>
                  <a:pt x="678917" y="31936"/>
                  <a:pt x="711287" y="19161"/>
                </a:cubicBezTo>
                <a:cubicBezTo>
                  <a:pt x="743657" y="6387"/>
                  <a:pt x="777701" y="0"/>
                  <a:pt x="813421" y="0"/>
                </a:cubicBezTo>
                <a:cubicBezTo>
                  <a:pt x="849139" y="0"/>
                  <a:pt x="883245" y="6325"/>
                  <a:pt x="915740" y="18975"/>
                </a:cubicBezTo>
                <a:cubicBezTo>
                  <a:pt x="948234" y="31626"/>
                  <a:pt x="977008" y="50539"/>
                  <a:pt x="1002060" y="75716"/>
                </a:cubicBezTo>
                <a:cubicBezTo>
                  <a:pt x="1027113" y="100893"/>
                  <a:pt x="1046894" y="132147"/>
                  <a:pt x="1061405" y="169478"/>
                </a:cubicBezTo>
                <a:cubicBezTo>
                  <a:pt x="1075916" y="206809"/>
                  <a:pt x="1083172" y="250155"/>
                  <a:pt x="1083172" y="299516"/>
                </a:cubicBezTo>
                <a:close/>
                <a:moveTo>
                  <a:pt x="1723281" y="15255"/>
                </a:moveTo>
                <a:lnTo>
                  <a:pt x="1723281" y="41299"/>
                </a:lnTo>
                <a:lnTo>
                  <a:pt x="1653332" y="50973"/>
                </a:lnTo>
                <a:lnTo>
                  <a:pt x="1647751" y="586010"/>
                </a:lnTo>
                <a:lnTo>
                  <a:pt x="1580778" y="586010"/>
                </a:lnTo>
                <a:lnTo>
                  <a:pt x="1244799" y="111993"/>
                </a:lnTo>
                <a:lnTo>
                  <a:pt x="1249263" y="547315"/>
                </a:lnTo>
                <a:lnTo>
                  <a:pt x="1351583" y="558477"/>
                </a:lnTo>
                <a:lnTo>
                  <a:pt x="1351583" y="584522"/>
                </a:lnTo>
                <a:lnTo>
                  <a:pt x="1139503" y="584522"/>
                </a:lnTo>
                <a:lnTo>
                  <a:pt x="1139503" y="558477"/>
                </a:lnTo>
                <a:lnTo>
                  <a:pt x="1209824" y="548059"/>
                </a:lnTo>
                <a:lnTo>
                  <a:pt x="1214289" y="68833"/>
                </a:lnTo>
                <a:lnTo>
                  <a:pt x="1199778" y="47253"/>
                </a:lnTo>
                <a:lnTo>
                  <a:pt x="1145828" y="41299"/>
                </a:lnTo>
                <a:lnTo>
                  <a:pt x="1145828" y="15255"/>
                </a:lnTo>
                <a:lnTo>
                  <a:pt x="1329259" y="15255"/>
                </a:lnTo>
                <a:lnTo>
                  <a:pt x="1617985" y="414486"/>
                </a:lnTo>
                <a:lnTo>
                  <a:pt x="1614264" y="51717"/>
                </a:lnTo>
                <a:lnTo>
                  <a:pt x="1513062" y="41299"/>
                </a:lnTo>
                <a:lnTo>
                  <a:pt x="1513062" y="15255"/>
                </a:lnTo>
                <a:close/>
                <a:moveTo>
                  <a:pt x="2274912" y="178221"/>
                </a:moveTo>
                <a:lnTo>
                  <a:pt x="2230636" y="178221"/>
                </a:lnTo>
                <a:lnTo>
                  <a:pt x="2191941" y="45020"/>
                </a:lnTo>
                <a:lnTo>
                  <a:pt x="2085901" y="45020"/>
                </a:lnTo>
                <a:cubicBezTo>
                  <a:pt x="2085157" y="84212"/>
                  <a:pt x="2084723" y="123651"/>
                  <a:pt x="2084599" y="163339"/>
                </a:cubicBezTo>
                <a:cubicBezTo>
                  <a:pt x="2084474" y="203026"/>
                  <a:pt x="2084413" y="243086"/>
                  <a:pt x="2084413" y="283517"/>
                </a:cubicBezTo>
                <a:lnTo>
                  <a:pt x="2084413" y="316259"/>
                </a:lnTo>
                <a:cubicBezTo>
                  <a:pt x="2084413" y="355203"/>
                  <a:pt x="2084474" y="394332"/>
                  <a:pt x="2084599" y="433648"/>
                </a:cubicBezTo>
                <a:cubicBezTo>
                  <a:pt x="2084723" y="472963"/>
                  <a:pt x="2085157" y="512092"/>
                  <a:pt x="2085901" y="551036"/>
                </a:cubicBezTo>
                <a:lnTo>
                  <a:pt x="2163663" y="558477"/>
                </a:lnTo>
                <a:lnTo>
                  <a:pt x="2163663" y="584522"/>
                </a:lnTo>
                <a:lnTo>
                  <a:pt x="1877169" y="584522"/>
                </a:lnTo>
                <a:lnTo>
                  <a:pt x="1877169" y="558477"/>
                </a:lnTo>
                <a:lnTo>
                  <a:pt x="1954188" y="551036"/>
                </a:lnTo>
                <a:cubicBezTo>
                  <a:pt x="1954932" y="512837"/>
                  <a:pt x="1955366" y="474203"/>
                  <a:pt x="1955490" y="435136"/>
                </a:cubicBezTo>
                <a:cubicBezTo>
                  <a:pt x="1955614" y="396068"/>
                  <a:pt x="1955676" y="356691"/>
                  <a:pt x="1955676" y="317004"/>
                </a:cubicBezTo>
                <a:lnTo>
                  <a:pt x="1955676" y="283517"/>
                </a:lnTo>
                <a:cubicBezTo>
                  <a:pt x="1955676" y="243582"/>
                  <a:pt x="1955614" y="203646"/>
                  <a:pt x="1955490" y="163711"/>
                </a:cubicBezTo>
                <a:cubicBezTo>
                  <a:pt x="1955366" y="123775"/>
                  <a:pt x="1954932" y="84212"/>
                  <a:pt x="1954188" y="45020"/>
                </a:cubicBezTo>
                <a:lnTo>
                  <a:pt x="1848892" y="45020"/>
                </a:lnTo>
                <a:lnTo>
                  <a:pt x="1810941" y="178221"/>
                </a:lnTo>
                <a:lnTo>
                  <a:pt x="1765920" y="178221"/>
                </a:lnTo>
                <a:lnTo>
                  <a:pt x="1768897" y="15255"/>
                </a:lnTo>
                <a:lnTo>
                  <a:pt x="2271936" y="15255"/>
                </a:lnTo>
                <a:close/>
                <a:moveTo>
                  <a:pt x="2774305" y="584522"/>
                </a:moveTo>
                <a:lnTo>
                  <a:pt x="2322612" y="584522"/>
                </a:lnTo>
                <a:lnTo>
                  <a:pt x="2322612" y="558477"/>
                </a:lnTo>
                <a:lnTo>
                  <a:pt x="2391073" y="551780"/>
                </a:lnTo>
                <a:cubicBezTo>
                  <a:pt x="2392313" y="513333"/>
                  <a:pt x="2392995" y="474513"/>
                  <a:pt x="2393119" y="435322"/>
                </a:cubicBezTo>
                <a:cubicBezTo>
                  <a:pt x="2393243" y="396130"/>
                  <a:pt x="2393305" y="356691"/>
                  <a:pt x="2393305" y="317004"/>
                </a:cubicBezTo>
                <a:lnTo>
                  <a:pt x="2393305" y="283517"/>
                </a:lnTo>
                <a:cubicBezTo>
                  <a:pt x="2393305" y="243830"/>
                  <a:pt x="2393243" y="204328"/>
                  <a:pt x="2393119" y="165013"/>
                </a:cubicBezTo>
                <a:cubicBezTo>
                  <a:pt x="2392995" y="125697"/>
                  <a:pt x="2392313" y="86444"/>
                  <a:pt x="2391073" y="47253"/>
                </a:cubicBezTo>
                <a:lnTo>
                  <a:pt x="2322612" y="41299"/>
                </a:lnTo>
                <a:lnTo>
                  <a:pt x="2322612" y="15255"/>
                </a:lnTo>
                <a:lnTo>
                  <a:pt x="2758306" y="15255"/>
                </a:lnTo>
                <a:lnTo>
                  <a:pt x="2757562" y="167059"/>
                </a:lnTo>
                <a:lnTo>
                  <a:pt x="2713658" y="167059"/>
                </a:lnTo>
                <a:lnTo>
                  <a:pt x="2678311" y="45020"/>
                </a:lnTo>
                <a:lnTo>
                  <a:pt x="2523902" y="45020"/>
                </a:lnTo>
                <a:cubicBezTo>
                  <a:pt x="2523158" y="83219"/>
                  <a:pt x="2522724" y="121915"/>
                  <a:pt x="2522600" y="161106"/>
                </a:cubicBezTo>
                <a:cubicBezTo>
                  <a:pt x="2522476" y="200298"/>
                  <a:pt x="2522414" y="240109"/>
                  <a:pt x="2522414" y="280541"/>
                </a:cubicBezTo>
                <a:lnTo>
                  <a:pt x="2625849" y="280541"/>
                </a:lnTo>
                <a:lnTo>
                  <a:pt x="2637383" y="196081"/>
                </a:lnTo>
                <a:lnTo>
                  <a:pt x="2675334" y="196081"/>
                </a:lnTo>
                <a:lnTo>
                  <a:pt x="2675334" y="388813"/>
                </a:lnTo>
                <a:lnTo>
                  <a:pt x="2637383" y="388813"/>
                </a:lnTo>
                <a:lnTo>
                  <a:pt x="2626593" y="308074"/>
                </a:lnTo>
                <a:lnTo>
                  <a:pt x="2522414" y="308074"/>
                </a:lnTo>
                <a:lnTo>
                  <a:pt x="2522414" y="310306"/>
                </a:lnTo>
                <a:cubicBezTo>
                  <a:pt x="2522414" y="352474"/>
                  <a:pt x="2522476" y="393836"/>
                  <a:pt x="2522600" y="434392"/>
                </a:cubicBezTo>
                <a:cubicBezTo>
                  <a:pt x="2522724" y="474947"/>
                  <a:pt x="2523158" y="515069"/>
                  <a:pt x="2523902" y="554756"/>
                </a:cubicBezTo>
                <a:lnTo>
                  <a:pt x="2695054" y="554757"/>
                </a:lnTo>
                <a:lnTo>
                  <a:pt x="2730401" y="426764"/>
                </a:lnTo>
                <a:lnTo>
                  <a:pt x="2772817" y="426764"/>
                </a:lnTo>
                <a:close/>
                <a:moveTo>
                  <a:pt x="3409206" y="15255"/>
                </a:moveTo>
                <a:lnTo>
                  <a:pt x="3409206" y="41299"/>
                </a:lnTo>
                <a:lnTo>
                  <a:pt x="3339257" y="50973"/>
                </a:lnTo>
                <a:lnTo>
                  <a:pt x="3333676" y="586010"/>
                </a:lnTo>
                <a:lnTo>
                  <a:pt x="3266703" y="586010"/>
                </a:lnTo>
                <a:lnTo>
                  <a:pt x="2930724" y="111993"/>
                </a:lnTo>
                <a:lnTo>
                  <a:pt x="2935188" y="547315"/>
                </a:lnTo>
                <a:lnTo>
                  <a:pt x="3037508" y="558477"/>
                </a:lnTo>
                <a:lnTo>
                  <a:pt x="3037508" y="584522"/>
                </a:lnTo>
                <a:lnTo>
                  <a:pt x="2825428" y="584522"/>
                </a:lnTo>
                <a:lnTo>
                  <a:pt x="2825428" y="558477"/>
                </a:lnTo>
                <a:lnTo>
                  <a:pt x="2895749" y="548059"/>
                </a:lnTo>
                <a:lnTo>
                  <a:pt x="2900214" y="68833"/>
                </a:lnTo>
                <a:lnTo>
                  <a:pt x="2885703" y="47253"/>
                </a:lnTo>
                <a:lnTo>
                  <a:pt x="2831753" y="41299"/>
                </a:lnTo>
                <a:lnTo>
                  <a:pt x="2831753" y="15255"/>
                </a:lnTo>
                <a:lnTo>
                  <a:pt x="3015184" y="15255"/>
                </a:lnTo>
                <a:lnTo>
                  <a:pt x="3303910" y="414486"/>
                </a:lnTo>
                <a:lnTo>
                  <a:pt x="3300189" y="51717"/>
                </a:lnTo>
                <a:lnTo>
                  <a:pt x="3198986" y="41299"/>
                </a:lnTo>
                <a:lnTo>
                  <a:pt x="3198986" y="15255"/>
                </a:lnTo>
                <a:close/>
                <a:moveTo>
                  <a:pt x="3620503" y="552931"/>
                </a:moveTo>
                <a:lnTo>
                  <a:pt x="3620503" y="584522"/>
                </a:lnTo>
                <a:lnTo>
                  <a:pt x="3563094" y="584522"/>
                </a:lnTo>
                <a:lnTo>
                  <a:pt x="3563094" y="558477"/>
                </a:lnTo>
                <a:close/>
                <a:moveTo>
                  <a:pt x="3620503" y="15255"/>
                </a:moveTo>
                <a:lnTo>
                  <a:pt x="3620503" y="45020"/>
                </a:lnTo>
                <a:lnTo>
                  <a:pt x="3534817" y="45020"/>
                </a:lnTo>
                <a:lnTo>
                  <a:pt x="3496866" y="178221"/>
                </a:lnTo>
                <a:lnTo>
                  <a:pt x="3451845" y="178221"/>
                </a:lnTo>
                <a:lnTo>
                  <a:pt x="3454822" y="15255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2244435" y="1391893"/>
            <a:ext cx="3736590" cy="1918439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2457866" y="1546898"/>
            <a:ext cx="3309728" cy="97693"/>
            <a:chOff x="2115781" y="1816152"/>
            <a:chExt cx="3309728" cy="97693"/>
          </a:xfrm>
        </p:grpSpPr>
        <p:sp>
          <p:nvSpPr>
            <p:cNvPr id="23" name="矩形 22"/>
            <p:cNvSpPr/>
            <p:nvPr/>
          </p:nvSpPr>
          <p:spPr>
            <a:xfrm>
              <a:off x="211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37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263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89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16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422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83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44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20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446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72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98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25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149" name="矩形 148"/>
          <p:cNvSpPr/>
          <p:nvPr/>
        </p:nvSpPr>
        <p:spPr>
          <a:xfrm>
            <a:off x="2457866" y="1821374"/>
            <a:ext cx="3309728" cy="13028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54" name="任意多边形: 形状 153"/>
          <p:cNvSpPr/>
          <p:nvPr/>
        </p:nvSpPr>
        <p:spPr>
          <a:xfrm>
            <a:off x="2244435" y="3834661"/>
            <a:ext cx="3736590" cy="1918439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2457866" y="3989666"/>
            <a:ext cx="3309728" cy="97693"/>
            <a:chOff x="2115781" y="1816152"/>
            <a:chExt cx="3309728" cy="97693"/>
          </a:xfrm>
        </p:grpSpPr>
        <p:sp>
          <p:nvSpPr>
            <p:cNvPr id="157" name="矩形 156"/>
            <p:cNvSpPr/>
            <p:nvPr/>
          </p:nvSpPr>
          <p:spPr>
            <a:xfrm>
              <a:off x="211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59" name="矩形 158"/>
            <p:cNvSpPr/>
            <p:nvPr/>
          </p:nvSpPr>
          <p:spPr>
            <a:xfrm>
              <a:off x="237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263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289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316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3422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3683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5" name="矩形 164"/>
            <p:cNvSpPr/>
            <p:nvPr/>
          </p:nvSpPr>
          <p:spPr>
            <a:xfrm>
              <a:off x="3944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6" name="矩形 165"/>
            <p:cNvSpPr/>
            <p:nvPr/>
          </p:nvSpPr>
          <p:spPr>
            <a:xfrm>
              <a:off x="420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>
              <a:off x="446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472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>
              <a:off x="498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70" name="矩形 169"/>
            <p:cNvSpPr/>
            <p:nvPr/>
          </p:nvSpPr>
          <p:spPr>
            <a:xfrm>
              <a:off x="525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185" name="矩形 184"/>
          <p:cNvSpPr/>
          <p:nvPr/>
        </p:nvSpPr>
        <p:spPr>
          <a:xfrm>
            <a:off x="2457866" y="4264142"/>
            <a:ext cx="3309728" cy="13028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86" name="任意多边形: 形状 185"/>
          <p:cNvSpPr/>
          <p:nvPr/>
        </p:nvSpPr>
        <p:spPr>
          <a:xfrm>
            <a:off x="6833438" y="1391893"/>
            <a:ext cx="3736590" cy="1918439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7046869" y="1546898"/>
            <a:ext cx="3309728" cy="97693"/>
            <a:chOff x="2115781" y="1816152"/>
            <a:chExt cx="3309728" cy="97693"/>
          </a:xfrm>
        </p:grpSpPr>
        <p:sp>
          <p:nvSpPr>
            <p:cNvPr id="188" name="矩形 187"/>
            <p:cNvSpPr/>
            <p:nvPr/>
          </p:nvSpPr>
          <p:spPr>
            <a:xfrm>
              <a:off x="211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89" name="矩形 188"/>
            <p:cNvSpPr/>
            <p:nvPr/>
          </p:nvSpPr>
          <p:spPr>
            <a:xfrm>
              <a:off x="237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0" name="矩形 189"/>
            <p:cNvSpPr/>
            <p:nvPr/>
          </p:nvSpPr>
          <p:spPr>
            <a:xfrm>
              <a:off x="263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289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2" name="矩形 191"/>
            <p:cNvSpPr/>
            <p:nvPr/>
          </p:nvSpPr>
          <p:spPr>
            <a:xfrm>
              <a:off x="316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3" name="矩形 192"/>
            <p:cNvSpPr/>
            <p:nvPr/>
          </p:nvSpPr>
          <p:spPr>
            <a:xfrm>
              <a:off x="3422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4" name="矩形 193"/>
            <p:cNvSpPr/>
            <p:nvPr/>
          </p:nvSpPr>
          <p:spPr>
            <a:xfrm>
              <a:off x="3683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3944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6" name="矩形 195"/>
            <p:cNvSpPr/>
            <p:nvPr/>
          </p:nvSpPr>
          <p:spPr>
            <a:xfrm>
              <a:off x="420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7" name="矩形 196"/>
            <p:cNvSpPr/>
            <p:nvPr/>
          </p:nvSpPr>
          <p:spPr>
            <a:xfrm>
              <a:off x="446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472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99" name="矩形 198"/>
            <p:cNvSpPr/>
            <p:nvPr/>
          </p:nvSpPr>
          <p:spPr>
            <a:xfrm>
              <a:off x="498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00" name="矩形 199"/>
            <p:cNvSpPr/>
            <p:nvPr/>
          </p:nvSpPr>
          <p:spPr>
            <a:xfrm>
              <a:off x="525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215" name="矩形 214"/>
          <p:cNvSpPr/>
          <p:nvPr/>
        </p:nvSpPr>
        <p:spPr>
          <a:xfrm>
            <a:off x="7046869" y="1821374"/>
            <a:ext cx="3309728" cy="13028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16" name="任意多边形: 形状 215"/>
          <p:cNvSpPr/>
          <p:nvPr/>
        </p:nvSpPr>
        <p:spPr>
          <a:xfrm>
            <a:off x="6833438" y="3834661"/>
            <a:ext cx="3736590" cy="1918439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7046869" y="3989666"/>
            <a:ext cx="3309728" cy="97693"/>
            <a:chOff x="2115781" y="1816152"/>
            <a:chExt cx="3309728" cy="97693"/>
          </a:xfrm>
        </p:grpSpPr>
        <p:sp>
          <p:nvSpPr>
            <p:cNvPr id="218" name="矩形 217"/>
            <p:cNvSpPr/>
            <p:nvPr/>
          </p:nvSpPr>
          <p:spPr>
            <a:xfrm>
              <a:off x="211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19" name="矩形 218"/>
            <p:cNvSpPr/>
            <p:nvPr/>
          </p:nvSpPr>
          <p:spPr>
            <a:xfrm>
              <a:off x="237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0" name="矩形 219"/>
            <p:cNvSpPr/>
            <p:nvPr/>
          </p:nvSpPr>
          <p:spPr>
            <a:xfrm>
              <a:off x="263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1" name="矩形 220"/>
            <p:cNvSpPr/>
            <p:nvPr/>
          </p:nvSpPr>
          <p:spPr>
            <a:xfrm>
              <a:off x="289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2" name="矩形 221"/>
            <p:cNvSpPr/>
            <p:nvPr/>
          </p:nvSpPr>
          <p:spPr>
            <a:xfrm>
              <a:off x="316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3" name="矩形 222"/>
            <p:cNvSpPr/>
            <p:nvPr/>
          </p:nvSpPr>
          <p:spPr>
            <a:xfrm>
              <a:off x="3422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4" name="矩形 223"/>
            <p:cNvSpPr/>
            <p:nvPr/>
          </p:nvSpPr>
          <p:spPr>
            <a:xfrm>
              <a:off x="3683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5" name="矩形 224"/>
            <p:cNvSpPr/>
            <p:nvPr/>
          </p:nvSpPr>
          <p:spPr>
            <a:xfrm>
              <a:off x="3944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6" name="矩形 225"/>
            <p:cNvSpPr/>
            <p:nvPr/>
          </p:nvSpPr>
          <p:spPr>
            <a:xfrm>
              <a:off x="4205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44670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8" name="矩形 227"/>
            <p:cNvSpPr/>
            <p:nvPr/>
          </p:nvSpPr>
          <p:spPr>
            <a:xfrm>
              <a:off x="47282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29" name="矩形 228"/>
            <p:cNvSpPr/>
            <p:nvPr/>
          </p:nvSpPr>
          <p:spPr>
            <a:xfrm>
              <a:off x="498953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250781" y="181615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245" name="矩形 244"/>
          <p:cNvSpPr/>
          <p:nvPr/>
        </p:nvSpPr>
        <p:spPr>
          <a:xfrm>
            <a:off x="7046869" y="4264142"/>
            <a:ext cx="3309728" cy="13028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246" name="直接连接符 245"/>
          <p:cNvCxnSpPr/>
          <p:nvPr/>
        </p:nvCxnSpPr>
        <p:spPr>
          <a:xfrm>
            <a:off x="8277202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组合 246"/>
          <p:cNvGrpSpPr/>
          <p:nvPr/>
        </p:nvGrpSpPr>
        <p:grpSpPr>
          <a:xfrm>
            <a:off x="2244434" y="1"/>
            <a:ext cx="2630584" cy="419100"/>
            <a:chOff x="7211254" y="121919"/>
            <a:chExt cx="3024640" cy="718494"/>
          </a:xfrm>
          <a:solidFill>
            <a:schemeClr val="accent3">
              <a:lumMod val="75000"/>
            </a:schemeClr>
          </a:solidFill>
        </p:grpSpPr>
        <p:sp>
          <p:nvSpPr>
            <p:cNvPr id="248" name="矩形 247"/>
            <p:cNvSpPr/>
            <p:nvPr/>
          </p:nvSpPr>
          <p:spPr>
            <a:xfrm>
              <a:off x="8512983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49" name="矩形 248"/>
            <p:cNvSpPr/>
            <p:nvPr/>
          </p:nvSpPr>
          <p:spPr>
            <a:xfrm>
              <a:off x="8626801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8696333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1" name="矩形 250"/>
            <p:cNvSpPr/>
            <p:nvPr/>
          </p:nvSpPr>
          <p:spPr>
            <a:xfrm>
              <a:off x="8732488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8802020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3" name="矩形 252"/>
            <p:cNvSpPr/>
            <p:nvPr/>
          </p:nvSpPr>
          <p:spPr>
            <a:xfrm>
              <a:off x="8838176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4" name="矩形 253"/>
            <p:cNvSpPr/>
            <p:nvPr/>
          </p:nvSpPr>
          <p:spPr>
            <a:xfrm>
              <a:off x="8952901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9022433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6" name="矩形 255"/>
            <p:cNvSpPr/>
            <p:nvPr/>
          </p:nvSpPr>
          <p:spPr>
            <a:xfrm>
              <a:off x="9056558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7" name="矩形 256"/>
            <p:cNvSpPr/>
            <p:nvPr/>
          </p:nvSpPr>
          <p:spPr>
            <a:xfrm>
              <a:off x="9170375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9239908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59" name="矩形 258"/>
            <p:cNvSpPr/>
            <p:nvPr/>
          </p:nvSpPr>
          <p:spPr>
            <a:xfrm>
              <a:off x="927606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0" name="任意多边形: 形状 259"/>
            <p:cNvSpPr/>
            <p:nvPr/>
          </p:nvSpPr>
          <p:spPr>
            <a:xfrm>
              <a:off x="934559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1" name="矩形 260"/>
            <p:cNvSpPr/>
            <p:nvPr/>
          </p:nvSpPr>
          <p:spPr>
            <a:xfrm>
              <a:off x="938174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2" name="矩形 261"/>
            <p:cNvSpPr/>
            <p:nvPr/>
          </p:nvSpPr>
          <p:spPr>
            <a:xfrm>
              <a:off x="9496476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3" name="任意多边形: 形状 262"/>
            <p:cNvSpPr/>
            <p:nvPr/>
          </p:nvSpPr>
          <p:spPr>
            <a:xfrm>
              <a:off x="9566008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4" name="矩形 263"/>
            <p:cNvSpPr/>
            <p:nvPr/>
          </p:nvSpPr>
          <p:spPr>
            <a:xfrm>
              <a:off x="960125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5" name="矩形 264"/>
            <p:cNvSpPr/>
            <p:nvPr/>
          </p:nvSpPr>
          <p:spPr>
            <a:xfrm>
              <a:off x="971507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6" name="任意多边形: 形状 265"/>
            <p:cNvSpPr/>
            <p:nvPr/>
          </p:nvSpPr>
          <p:spPr>
            <a:xfrm>
              <a:off x="978460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7" name="矩形 266"/>
            <p:cNvSpPr/>
            <p:nvPr/>
          </p:nvSpPr>
          <p:spPr>
            <a:xfrm>
              <a:off x="9820761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8" name="任意多边形: 形状 267"/>
            <p:cNvSpPr/>
            <p:nvPr/>
          </p:nvSpPr>
          <p:spPr>
            <a:xfrm>
              <a:off x="989029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69" name="矩形 268"/>
            <p:cNvSpPr/>
            <p:nvPr/>
          </p:nvSpPr>
          <p:spPr>
            <a:xfrm>
              <a:off x="9926448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0" name="矩形 269"/>
            <p:cNvSpPr/>
            <p:nvPr/>
          </p:nvSpPr>
          <p:spPr>
            <a:xfrm>
              <a:off x="1004117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1011070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2" name="矩形 271"/>
            <p:cNvSpPr/>
            <p:nvPr/>
          </p:nvSpPr>
          <p:spPr>
            <a:xfrm>
              <a:off x="721125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732598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7395513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5" name="矩形 274"/>
            <p:cNvSpPr/>
            <p:nvPr/>
          </p:nvSpPr>
          <p:spPr>
            <a:xfrm>
              <a:off x="742963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6" name="矩形 275"/>
            <p:cNvSpPr/>
            <p:nvPr/>
          </p:nvSpPr>
          <p:spPr>
            <a:xfrm>
              <a:off x="7543457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7" name="任意多边形: 形状 276"/>
            <p:cNvSpPr/>
            <p:nvPr/>
          </p:nvSpPr>
          <p:spPr>
            <a:xfrm>
              <a:off x="7612990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8" name="矩形 277"/>
            <p:cNvSpPr/>
            <p:nvPr/>
          </p:nvSpPr>
          <p:spPr>
            <a:xfrm>
              <a:off x="7649144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79" name="任意多边形: 形状 278"/>
            <p:cNvSpPr/>
            <p:nvPr/>
          </p:nvSpPr>
          <p:spPr>
            <a:xfrm>
              <a:off x="7718676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0" name="矩形 279"/>
            <p:cNvSpPr/>
            <p:nvPr/>
          </p:nvSpPr>
          <p:spPr>
            <a:xfrm>
              <a:off x="775482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1" name="矩形 280"/>
            <p:cNvSpPr/>
            <p:nvPr/>
          </p:nvSpPr>
          <p:spPr>
            <a:xfrm>
              <a:off x="7869554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7939087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3" name="矩形 282"/>
            <p:cNvSpPr/>
            <p:nvPr/>
          </p:nvSpPr>
          <p:spPr>
            <a:xfrm>
              <a:off x="797433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4" name="矩形 283"/>
            <p:cNvSpPr/>
            <p:nvPr/>
          </p:nvSpPr>
          <p:spPr>
            <a:xfrm>
              <a:off x="808815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815768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6" name="矩形 285"/>
            <p:cNvSpPr/>
            <p:nvPr/>
          </p:nvSpPr>
          <p:spPr>
            <a:xfrm>
              <a:off x="819383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826337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8" name="矩形 287"/>
            <p:cNvSpPr/>
            <p:nvPr/>
          </p:nvSpPr>
          <p:spPr>
            <a:xfrm>
              <a:off x="829952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89" name="矩形 288"/>
            <p:cNvSpPr/>
            <p:nvPr/>
          </p:nvSpPr>
          <p:spPr>
            <a:xfrm>
              <a:off x="841424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848378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291" name="矩形 290"/>
            <p:cNvSpPr/>
            <p:nvPr/>
          </p:nvSpPr>
          <p:spPr>
            <a:xfrm>
              <a:off x="1014588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380" name="文本框 379"/>
          <p:cNvSpPr txBox="1"/>
          <p:nvPr/>
        </p:nvSpPr>
        <p:spPr>
          <a:xfrm>
            <a:off x="1819066" y="2392628"/>
            <a:ext cx="458732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项目概述</a:t>
            </a:r>
          </a:p>
        </p:txBody>
      </p:sp>
      <p:sp>
        <p:nvSpPr>
          <p:cNvPr id="381" name="文本框 380"/>
          <p:cNvSpPr txBox="1"/>
          <p:nvPr/>
        </p:nvSpPr>
        <p:spPr>
          <a:xfrm>
            <a:off x="1819066" y="2031561"/>
            <a:ext cx="458732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PART ONE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1819066" y="4858400"/>
            <a:ext cx="458732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预测与推荐</a:t>
            </a:r>
          </a:p>
        </p:txBody>
      </p:sp>
      <p:sp>
        <p:nvSpPr>
          <p:cNvPr id="383" name="文本框 382"/>
          <p:cNvSpPr txBox="1"/>
          <p:nvPr/>
        </p:nvSpPr>
        <p:spPr>
          <a:xfrm>
            <a:off x="1819066" y="4497333"/>
            <a:ext cx="458732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PART THREE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84" name="文本框 383"/>
          <p:cNvSpPr txBox="1"/>
          <p:nvPr/>
        </p:nvSpPr>
        <p:spPr>
          <a:xfrm>
            <a:off x="6406393" y="2392628"/>
            <a:ext cx="458732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数据处理</a:t>
            </a:r>
          </a:p>
        </p:txBody>
      </p:sp>
      <p:sp>
        <p:nvSpPr>
          <p:cNvPr id="385" name="文本框 384"/>
          <p:cNvSpPr txBox="1"/>
          <p:nvPr/>
        </p:nvSpPr>
        <p:spPr>
          <a:xfrm>
            <a:off x="6406393" y="2031561"/>
            <a:ext cx="458732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PART TWO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86" name="文本框 385"/>
          <p:cNvSpPr txBox="1"/>
          <p:nvPr/>
        </p:nvSpPr>
        <p:spPr>
          <a:xfrm>
            <a:off x="6406393" y="4858400"/>
            <a:ext cx="458732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0000"/>
                </a:solidFill>
                <a:latin typeface="思源宋体 CN Heavy"/>
                <a:ea typeface="+mj-ea"/>
              </a:rPr>
              <a:t>项目实现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87" name="文本框 386"/>
          <p:cNvSpPr txBox="1"/>
          <p:nvPr/>
        </p:nvSpPr>
        <p:spPr>
          <a:xfrm>
            <a:off x="6406393" y="4497333"/>
            <a:ext cx="4587327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PART FOUR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直接连接符 387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矩形 389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91" name="任意多边形: 形状 390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2" name="任意多边形: 形状 391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393" name="图形 3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394" name="图形 3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  <p:sp>
        <p:nvSpPr>
          <p:cNvPr id="461" name="文本框 460"/>
          <p:cNvSpPr txBox="1"/>
          <p:nvPr/>
        </p:nvSpPr>
        <p:spPr>
          <a:xfrm rot="5400000">
            <a:off x="9851648" y="1353010"/>
            <a:ext cx="3305796" cy="599777"/>
          </a:xfrm>
          <a:custGeom>
            <a:avLst/>
            <a:gdLst/>
            <a:ahLst/>
            <a:cxnLst/>
            <a:rect l="l" t="t" r="r" b="b"/>
            <a:pathLst>
              <a:path w="3305796" h="599777">
                <a:moveTo>
                  <a:pt x="2854103" y="584522"/>
                </a:moveTo>
                <a:lnTo>
                  <a:pt x="2854103" y="558477"/>
                </a:lnTo>
                <a:lnTo>
                  <a:pt x="2922564" y="551780"/>
                </a:lnTo>
                <a:cubicBezTo>
                  <a:pt x="2923804" y="513333"/>
                  <a:pt x="2924487" y="474513"/>
                  <a:pt x="2924610" y="435322"/>
                </a:cubicBezTo>
                <a:cubicBezTo>
                  <a:pt x="2924734" y="396130"/>
                  <a:pt x="2924796" y="356691"/>
                  <a:pt x="2924796" y="317003"/>
                </a:cubicBezTo>
                <a:lnTo>
                  <a:pt x="2924796" y="283517"/>
                </a:lnTo>
                <a:cubicBezTo>
                  <a:pt x="2924796" y="243830"/>
                  <a:pt x="2924734" y="204328"/>
                  <a:pt x="2924610" y="165013"/>
                </a:cubicBezTo>
                <a:cubicBezTo>
                  <a:pt x="2924487" y="125697"/>
                  <a:pt x="2923804" y="86444"/>
                  <a:pt x="2922564" y="47252"/>
                </a:cubicBezTo>
                <a:lnTo>
                  <a:pt x="2854103" y="41299"/>
                </a:lnTo>
                <a:lnTo>
                  <a:pt x="2854103" y="15254"/>
                </a:lnTo>
                <a:lnTo>
                  <a:pt x="3289797" y="15254"/>
                </a:lnTo>
                <a:lnTo>
                  <a:pt x="3289053" y="167059"/>
                </a:lnTo>
                <a:lnTo>
                  <a:pt x="3245149" y="167059"/>
                </a:lnTo>
                <a:lnTo>
                  <a:pt x="3209802" y="45020"/>
                </a:lnTo>
                <a:lnTo>
                  <a:pt x="3055393" y="45020"/>
                </a:lnTo>
                <a:cubicBezTo>
                  <a:pt x="3054649" y="83219"/>
                  <a:pt x="3054215" y="121915"/>
                  <a:pt x="3054091" y="161106"/>
                </a:cubicBezTo>
                <a:cubicBezTo>
                  <a:pt x="3053967" y="200297"/>
                  <a:pt x="3053905" y="240109"/>
                  <a:pt x="3053905" y="280541"/>
                </a:cubicBezTo>
                <a:lnTo>
                  <a:pt x="3157340" y="280541"/>
                </a:lnTo>
                <a:lnTo>
                  <a:pt x="3168875" y="196081"/>
                </a:lnTo>
                <a:lnTo>
                  <a:pt x="3206826" y="196081"/>
                </a:lnTo>
                <a:lnTo>
                  <a:pt x="3206826" y="388813"/>
                </a:lnTo>
                <a:lnTo>
                  <a:pt x="3168875" y="388813"/>
                </a:lnTo>
                <a:lnTo>
                  <a:pt x="3158085" y="308074"/>
                </a:lnTo>
                <a:lnTo>
                  <a:pt x="3053905" y="308074"/>
                </a:lnTo>
                <a:lnTo>
                  <a:pt x="3053905" y="310306"/>
                </a:lnTo>
                <a:cubicBezTo>
                  <a:pt x="3053905" y="352474"/>
                  <a:pt x="3053967" y="393836"/>
                  <a:pt x="3054091" y="434392"/>
                </a:cubicBezTo>
                <a:cubicBezTo>
                  <a:pt x="3054215" y="474947"/>
                  <a:pt x="3054649" y="515069"/>
                  <a:pt x="3055393" y="554756"/>
                </a:cubicBezTo>
                <a:lnTo>
                  <a:pt x="3226545" y="554756"/>
                </a:lnTo>
                <a:lnTo>
                  <a:pt x="3261892" y="426764"/>
                </a:lnTo>
                <a:lnTo>
                  <a:pt x="3304308" y="426764"/>
                </a:lnTo>
                <a:lnTo>
                  <a:pt x="3305796" y="584522"/>
                </a:lnTo>
                <a:close/>
                <a:moveTo>
                  <a:pt x="2213919" y="584522"/>
                </a:moveTo>
                <a:lnTo>
                  <a:pt x="2213919" y="558477"/>
                </a:lnTo>
                <a:lnTo>
                  <a:pt x="2284240" y="548059"/>
                </a:lnTo>
                <a:lnTo>
                  <a:pt x="2288705" y="68833"/>
                </a:lnTo>
                <a:lnTo>
                  <a:pt x="2274194" y="47252"/>
                </a:lnTo>
                <a:lnTo>
                  <a:pt x="2220244" y="41299"/>
                </a:lnTo>
                <a:lnTo>
                  <a:pt x="2220244" y="15254"/>
                </a:lnTo>
                <a:lnTo>
                  <a:pt x="2403675" y="15254"/>
                </a:lnTo>
                <a:lnTo>
                  <a:pt x="2692401" y="414486"/>
                </a:lnTo>
                <a:lnTo>
                  <a:pt x="2688681" y="51717"/>
                </a:lnTo>
                <a:lnTo>
                  <a:pt x="2587478" y="41299"/>
                </a:lnTo>
                <a:lnTo>
                  <a:pt x="2587478" y="15254"/>
                </a:lnTo>
                <a:lnTo>
                  <a:pt x="2797697" y="15254"/>
                </a:lnTo>
                <a:lnTo>
                  <a:pt x="2797697" y="41299"/>
                </a:lnTo>
                <a:lnTo>
                  <a:pt x="2727748" y="50973"/>
                </a:lnTo>
                <a:lnTo>
                  <a:pt x="2722167" y="586010"/>
                </a:lnTo>
                <a:lnTo>
                  <a:pt x="2655194" y="586010"/>
                </a:lnTo>
                <a:lnTo>
                  <a:pt x="2319215" y="111993"/>
                </a:lnTo>
                <a:lnTo>
                  <a:pt x="2323680" y="547315"/>
                </a:lnTo>
                <a:lnTo>
                  <a:pt x="2425999" y="558477"/>
                </a:lnTo>
                <a:lnTo>
                  <a:pt x="2425999" y="584522"/>
                </a:lnTo>
                <a:close/>
                <a:moveTo>
                  <a:pt x="1752403" y="299516"/>
                </a:moveTo>
                <a:cubicBezTo>
                  <a:pt x="1752403" y="351854"/>
                  <a:pt x="1757178" y="398425"/>
                  <a:pt x="1766727" y="439229"/>
                </a:cubicBezTo>
                <a:cubicBezTo>
                  <a:pt x="1776277" y="480032"/>
                  <a:pt x="1791036" y="512154"/>
                  <a:pt x="1811004" y="535595"/>
                </a:cubicBezTo>
                <a:cubicBezTo>
                  <a:pt x="1830972" y="559035"/>
                  <a:pt x="1856583" y="570755"/>
                  <a:pt x="1887836" y="570755"/>
                </a:cubicBezTo>
                <a:cubicBezTo>
                  <a:pt x="1918842" y="570755"/>
                  <a:pt x="1944329" y="559035"/>
                  <a:pt x="1964297" y="535595"/>
                </a:cubicBezTo>
                <a:cubicBezTo>
                  <a:pt x="1984265" y="512154"/>
                  <a:pt x="1999147" y="480032"/>
                  <a:pt x="2008945" y="439229"/>
                </a:cubicBezTo>
                <a:cubicBezTo>
                  <a:pt x="2018743" y="398425"/>
                  <a:pt x="2023642" y="351854"/>
                  <a:pt x="2023642" y="299516"/>
                </a:cubicBezTo>
                <a:cubicBezTo>
                  <a:pt x="2023642" y="247674"/>
                  <a:pt x="2018743" y="201352"/>
                  <a:pt x="2008945" y="160548"/>
                </a:cubicBezTo>
                <a:cubicBezTo>
                  <a:pt x="1999147" y="119744"/>
                  <a:pt x="1984265" y="87622"/>
                  <a:pt x="1964297" y="64182"/>
                </a:cubicBezTo>
                <a:cubicBezTo>
                  <a:pt x="1944329" y="40741"/>
                  <a:pt x="1918842" y="29021"/>
                  <a:pt x="1887836" y="29021"/>
                </a:cubicBezTo>
                <a:cubicBezTo>
                  <a:pt x="1856583" y="29021"/>
                  <a:pt x="1830972" y="40741"/>
                  <a:pt x="1811004" y="64182"/>
                </a:cubicBezTo>
                <a:cubicBezTo>
                  <a:pt x="1791036" y="87622"/>
                  <a:pt x="1776277" y="119744"/>
                  <a:pt x="1766727" y="160548"/>
                </a:cubicBezTo>
                <a:cubicBezTo>
                  <a:pt x="1757178" y="201352"/>
                  <a:pt x="1752403" y="247674"/>
                  <a:pt x="1752403" y="299516"/>
                </a:cubicBezTo>
                <a:close/>
                <a:moveTo>
                  <a:pt x="1617341" y="299516"/>
                </a:moveTo>
                <a:cubicBezTo>
                  <a:pt x="1617341" y="250403"/>
                  <a:pt x="1624659" y="207181"/>
                  <a:pt x="1639293" y="169850"/>
                </a:cubicBezTo>
                <a:cubicBezTo>
                  <a:pt x="1653928" y="132519"/>
                  <a:pt x="1673896" y="101265"/>
                  <a:pt x="1699197" y="76088"/>
                </a:cubicBezTo>
                <a:cubicBezTo>
                  <a:pt x="1724498" y="50911"/>
                  <a:pt x="1753333" y="31936"/>
                  <a:pt x="1785703" y="19161"/>
                </a:cubicBezTo>
                <a:cubicBezTo>
                  <a:pt x="1818073" y="6387"/>
                  <a:pt x="1852118" y="0"/>
                  <a:pt x="1887836" y="0"/>
                </a:cubicBezTo>
                <a:cubicBezTo>
                  <a:pt x="1923555" y="0"/>
                  <a:pt x="1957662" y="6325"/>
                  <a:pt x="1990156" y="18975"/>
                </a:cubicBezTo>
                <a:cubicBezTo>
                  <a:pt x="2022650" y="31626"/>
                  <a:pt x="2051423" y="50539"/>
                  <a:pt x="2076476" y="75716"/>
                </a:cubicBezTo>
                <a:cubicBezTo>
                  <a:pt x="2101529" y="100893"/>
                  <a:pt x="2121311" y="132146"/>
                  <a:pt x="2135821" y="169478"/>
                </a:cubicBezTo>
                <a:cubicBezTo>
                  <a:pt x="2150332" y="206809"/>
                  <a:pt x="2157587" y="250155"/>
                  <a:pt x="2157587" y="299516"/>
                </a:cubicBezTo>
                <a:cubicBezTo>
                  <a:pt x="2157587" y="349125"/>
                  <a:pt x="2150394" y="392658"/>
                  <a:pt x="2136007" y="430113"/>
                </a:cubicBezTo>
                <a:cubicBezTo>
                  <a:pt x="2121621" y="467568"/>
                  <a:pt x="2101901" y="498884"/>
                  <a:pt x="2076848" y="524061"/>
                </a:cubicBezTo>
                <a:cubicBezTo>
                  <a:pt x="2051795" y="549237"/>
                  <a:pt x="2023022" y="568151"/>
                  <a:pt x="1990528" y="580801"/>
                </a:cubicBezTo>
                <a:cubicBezTo>
                  <a:pt x="1958034" y="593452"/>
                  <a:pt x="1923803" y="599777"/>
                  <a:pt x="1887836" y="599777"/>
                </a:cubicBezTo>
                <a:cubicBezTo>
                  <a:pt x="1852118" y="599777"/>
                  <a:pt x="1818011" y="593452"/>
                  <a:pt x="1785517" y="580801"/>
                </a:cubicBezTo>
                <a:cubicBezTo>
                  <a:pt x="1753023" y="568151"/>
                  <a:pt x="1724125" y="549299"/>
                  <a:pt x="1698825" y="524247"/>
                </a:cubicBezTo>
                <a:cubicBezTo>
                  <a:pt x="1673524" y="499194"/>
                  <a:pt x="1653618" y="467878"/>
                  <a:pt x="1639107" y="430299"/>
                </a:cubicBezTo>
                <a:cubicBezTo>
                  <a:pt x="1624597" y="392720"/>
                  <a:pt x="1617341" y="349125"/>
                  <a:pt x="1617341" y="299516"/>
                </a:cubicBezTo>
                <a:close/>
                <a:moveTo>
                  <a:pt x="868661" y="178221"/>
                </a:moveTo>
                <a:lnTo>
                  <a:pt x="871638" y="15254"/>
                </a:lnTo>
                <a:lnTo>
                  <a:pt x="1374677" y="15254"/>
                </a:lnTo>
                <a:lnTo>
                  <a:pt x="1377654" y="178221"/>
                </a:lnTo>
                <a:lnTo>
                  <a:pt x="1333377" y="178221"/>
                </a:lnTo>
                <a:lnTo>
                  <a:pt x="1294682" y="45020"/>
                </a:lnTo>
                <a:lnTo>
                  <a:pt x="1188642" y="45020"/>
                </a:lnTo>
                <a:cubicBezTo>
                  <a:pt x="1187898" y="84211"/>
                  <a:pt x="1187464" y="123651"/>
                  <a:pt x="1187340" y="163338"/>
                </a:cubicBezTo>
                <a:cubicBezTo>
                  <a:pt x="1187216" y="203026"/>
                  <a:pt x="1187154" y="243085"/>
                  <a:pt x="1187154" y="283517"/>
                </a:cubicBezTo>
                <a:lnTo>
                  <a:pt x="1187154" y="316259"/>
                </a:lnTo>
                <a:cubicBezTo>
                  <a:pt x="1187154" y="355203"/>
                  <a:pt x="1187216" y="394332"/>
                  <a:pt x="1187340" y="433647"/>
                </a:cubicBezTo>
                <a:cubicBezTo>
                  <a:pt x="1187464" y="472963"/>
                  <a:pt x="1187898" y="512092"/>
                  <a:pt x="1188642" y="551036"/>
                </a:cubicBezTo>
                <a:lnTo>
                  <a:pt x="1266405" y="558477"/>
                </a:lnTo>
                <a:lnTo>
                  <a:pt x="1266405" y="584522"/>
                </a:lnTo>
                <a:lnTo>
                  <a:pt x="979910" y="584522"/>
                </a:lnTo>
                <a:lnTo>
                  <a:pt x="979910" y="558477"/>
                </a:lnTo>
                <a:lnTo>
                  <a:pt x="1056929" y="551036"/>
                </a:lnTo>
                <a:cubicBezTo>
                  <a:pt x="1057673" y="512836"/>
                  <a:pt x="1058107" y="474203"/>
                  <a:pt x="1058231" y="435136"/>
                </a:cubicBezTo>
                <a:cubicBezTo>
                  <a:pt x="1058355" y="396068"/>
                  <a:pt x="1058418" y="356691"/>
                  <a:pt x="1058418" y="317003"/>
                </a:cubicBezTo>
                <a:lnTo>
                  <a:pt x="1058418" y="283517"/>
                </a:lnTo>
                <a:cubicBezTo>
                  <a:pt x="1058418" y="243582"/>
                  <a:pt x="1058355" y="203646"/>
                  <a:pt x="1058231" y="163710"/>
                </a:cubicBezTo>
                <a:cubicBezTo>
                  <a:pt x="1058107" y="123775"/>
                  <a:pt x="1057673" y="84211"/>
                  <a:pt x="1056929" y="45020"/>
                </a:cubicBezTo>
                <a:lnTo>
                  <a:pt x="951633" y="45020"/>
                </a:lnTo>
                <a:lnTo>
                  <a:pt x="913682" y="178221"/>
                </a:lnTo>
                <a:close/>
                <a:moveTo>
                  <a:pt x="488331" y="287238"/>
                </a:moveTo>
                <a:lnTo>
                  <a:pt x="533352" y="287238"/>
                </a:lnTo>
                <a:cubicBezTo>
                  <a:pt x="561877" y="287238"/>
                  <a:pt x="584760" y="281533"/>
                  <a:pt x="601999" y="270123"/>
                </a:cubicBezTo>
                <a:cubicBezTo>
                  <a:pt x="619238" y="258712"/>
                  <a:pt x="631826" y="243396"/>
                  <a:pt x="639764" y="224172"/>
                </a:cubicBezTo>
                <a:cubicBezTo>
                  <a:pt x="647701" y="204948"/>
                  <a:pt x="651670" y="183802"/>
                  <a:pt x="651670" y="160734"/>
                </a:cubicBezTo>
                <a:cubicBezTo>
                  <a:pt x="651670" y="123031"/>
                  <a:pt x="641686" y="94195"/>
                  <a:pt x="621719" y="74228"/>
                </a:cubicBezTo>
                <a:cubicBezTo>
                  <a:pt x="601751" y="54260"/>
                  <a:pt x="572543" y="44276"/>
                  <a:pt x="534096" y="44276"/>
                </a:cubicBezTo>
                <a:lnTo>
                  <a:pt x="490564" y="44276"/>
                </a:lnTo>
                <a:cubicBezTo>
                  <a:pt x="489571" y="82723"/>
                  <a:pt x="488951" y="121915"/>
                  <a:pt x="488703" y="161850"/>
                </a:cubicBezTo>
                <a:cubicBezTo>
                  <a:pt x="488455" y="201786"/>
                  <a:pt x="488331" y="243582"/>
                  <a:pt x="488331" y="287238"/>
                </a:cubicBezTo>
                <a:close/>
                <a:moveTo>
                  <a:pt x="291878" y="584522"/>
                </a:moveTo>
                <a:lnTo>
                  <a:pt x="291878" y="558477"/>
                </a:lnTo>
                <a:lnTo>
                  <a:pt x="360339" y="551780"/>
                </a:lnTo>
                <a:cubicBezTo>
                  <a:pt x="361579" y="513333"/>
                  <a:pt x="362261" y="474513"/>
                  <a:pt x="362385" y="435322"/>
                </a:cubicBezTo>
                <a:cubicBezTo>
                  <a:pt x="362509" y="396130"/>
                  <a:pt x="362571" y="356691"/>
                  <a:pt x="362571" y="317003"/>
                </a:cubicBezTo>
                <a:lnTo>
                  <a:pt x="362571" y="283517"/>
                </a:lnTo>
                <a:cubicBezTo>
                  <a:pt x="362571" y="243830"/>
                  <a:pt x="362509" y="204328"/>
                  <a:pt x="362385" y="165013"/>
                </a:cubicBezTo>
                <a:cubicBezTo>
                  <a:pt x="362261" y="125697"/>
                  <a:pt x="361579" y="86444"/>
                  <a:pt x="360339" y="47252"/>
                </a:cubicBezTo>
                <a:lnTo>
                  <a:pt x="291878" y="41299"/>
                </a:lnTo>
                <a:lnTo>
                  <a:pt x="291878" y="15254"/>
                </a:lnTo>
                <a:lnTo>
                  <a:pt x="566094" y="15254"/>
                </a:lnTo>
                <a:cubicBezTo>
                  <a:pt x="633314" y="15254"/>
                  <a:pt x="684660" y="27781"/>
                  <a:pt x="720131" y="52834"/>
                </a:cubicBezTo>
                <a:cubicBezTo>
                  <a:pt x="755602" y="77886"/>
                  <a:pt x="773337" y="113109"/>
                  <a:pt x="773337" y="158501"/>
                </a:cubicBezTo>
                <a:cubicBezTo>
                  <a:pt x="773337" y="179337"/>
                  <a:pt x="768128" y="199243"/>
                  <a:pt x="757710" y="218219"/>
                </a:cubicBezTo>
                <a:cubicBezTo>
                  <a:pt x="747292" y="237194"/>
                  <a:pt x="730239" y="253689"/>
                  <a:pt x="706551" y="267704"/>
                </a:cubicBezTo>
                <a:cubicBezTo>
                  <a:pt x="682862" y="281719"/>
                  <a:pt x="651050" y="291827"/>
                  <a:pt x="611114" y="298028"/>
                </a:cubicBezTo>
                <a:cubicBezTo>
                  <a:pt x="644353" y="302493"/>
                  <a:pt x="670273" y="310244"/>
                  <a:pt x="688877" y="321282"/>
                </a:cubicBezTo>
                <a:cubicBezTo>
                  <a:pt x="707481" y="332320"/>
                  <a:pt x="721185" y="346769"/>
                  <a:pt x="729991" y="364628"/>
                </a:cubicBezTo>
                <a:cubicBezTo>
                  <a:pt x="738796" y="382488"/>
                  <a:pt x="745432" y="403944"/>
                  <a:pt x="749897" y="428997"/>
                </a:cubicBezTo>
                <a:lnTo>
                  <a:pt x="774825" y="554756"/>
                </a:lnTo>
                <a:lnTo>
                  <a:pt x="842914" y="558477"/>
                </a:lnTo>
                <a:lnTo>
                  <a:pt x="842914" y="584522"/>
                </a:lnTo>
                <a:cubicBezTo>
                  <a:pt x="827287" y="588243"/>
                  <a:pt x="813025" y="591095"/>
                  <a:pt x="800126" y="593080"/>
                </a:cubicBezTo>
                <a:cubicBezTo>
                  <a:pt x="787228" y="595064"/>
                  <a:pt x="771229" y="596056"/>
                  <a:pt x="752129" y="596056"/>
                </a:cubicBezTo>
                <a:cubicBezTo>
                  <a:pt x="717154" y="596056"/>
                  <a:pt x="689931" y="590041"/>
                  <a:pt x="670460" y="578011"/>
                </a:cubicBezTo>
                <a:cubicBezTo>
                  <a:pt x="650988" y="565981"/>
                  <a:pt x="639392" y="544586"/>
                  <a:pt x="635671" y="513829"/>
                </a:cubicBezTo>
                <a:lnTo>
                  <a:pt x="613347" y="408533"/>
                </a:lnTo>
                <a:cubicBezTo>
                  <a:pt x="608138" y="377279"/>
                  <a:pt x="599580" y="353962"/>
                  <a:pt x="587674" y="338583"/>
                </a:cubicBezTo>
                <a:cubicBezTo>
                  <a:pt x="575768" y="323205"/>
                  <a:pt x="555180" y="315515"/>
                  <a:pt x="525910" y="315515"/>
                </a:cubicBezTo>
                <a:lnTo>
                  <a:pt x="488331" y="315515"/>
                </a:lnTo>
                <a:cubicBezTo>
                  <a:pt x="488331" y="355451"/>
                  <a:pt x="488455" y="395076"/>
                  <a:pt x="488703" y="434392"/>
                </a:cubicBezTo>
                <a:cubicBezTo>
                  <a:pt x="488951" y="473707"/>
                  <a:pt x="489571" y="512836"/>
                  <a:pt x="490564" y="551780"/>
                </a:cubicBezTo>
                <a:lnTo>
                  <a:pt x="560885" y="558477"/>
                </a:lnTo>
                <a:lnTo>
                  <a:pt x="560885" y="584522"/>
                </a:lnTo>
                <a:close/>
                <a:moveTo>
                  <a:pt x="0" y="584522"/>
                </a:moveTo>
                <a:lnTo>
                  <a:pt x="0" y="557450"/>
                </a:lnTo>
                <a:lnTo>
                  <a:pt x="58367" y="551036"/>
                </a:lnTo>
                <a:lnTo>
                  <a:pt x="11858" y="404068"/>
                </a:lnTo>
                <a:lnTo>
                  <a:pt x="0" y="404068"/>
                </a:lnTo>
                <a:lnTo>
                  <a:pt x="0" y="377279"/>
                </a:lnTo>
                <a:lnTo>
                  <a:pt x="3300" y="377279"/>
                </a:lnTo>
                <a:lnTo>
                  <a:pt x="0" y="366919"/>
                </a:lnTo>
                <a:lnTo>
                  <a:pt x="0" y="13022"/>
                </a:lnTo>
                <a:lnTo>
                  <a:pt x="6649" y="13022"/>
                </a:lnTo>
                <a:lnTo>
                  <a:pt x="189335" y="551780"/>
                </a:lnTo>
                <a:lnTo>
                  <a:pt x="250355" y="558477"/>
                </a:lnTo>
                <a:lnTo>
                  <a:pt x="250355" y="584522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396" name="任意多边形: 形状 395"/>
          <p:cNvSpPr/>
          <p:nvPr/>
        </p:nvSpPr>
        <p:spPr>
          <a:xfrm>
            <a:off x="0" y="1544077"/>
            <a:ext cx="9160238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7" name="任意多边形: 形状 396"/>
          <p:cNvSpPr/>
          <p:nvPr/>
        </p:nvSpPr>
        <p:spPr>
          <a:xfrm>
            <a:off x="-1" y="1872352"/>
            <a:ext cx="943423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8" name="任意多边形: 形状 397"/>
          <p:cNvSpPr/>
          <p:nvPr/>
        </p:nvSpPr>
        <p:spPr>
          <a:xfrm>
            <a:off x="1117683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9" name="任意多边形: 形状 398"/>
          <p:cNvSpPr/>
          <p:nvPr/>
        </p:nvSpPr>
        <p:spPr>
          <a:xfrm>
            <a:off x="3094661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00" name="任意多边形: 形状 399"/>
          <p:cNvSpPr/>
          <p:nvPr/>
        </p:nvSpPr>
        <p:spPr>
          <a:xfrm>
            <a:off x="5071638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35" name="任意多边形: 形状 434"/>
          <p:cNvSpPr/>
          <p:nvPr/>
        </p:nvSpPr>
        <p:spPr>
          <a:xfrm>
            <a:off x="7042232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440" name="组合 439"/>
          <p:cNvGrpSpPr/>
          <p:nvPr/>
        </p:nvGrpSpPr>
        <p:grpSpPr>
          <a:xfrm>
            <a:off x="200873" y="1663536"/>
            <a:ext cx="5139397" cy="97693"/>
            <a:chOff x="200873" y="972173"/>
            <a:chExt cx="5139397" cy="97693"/>
          </a:xfrm>
        </p:grpSpPr>
        <p:sp>
          <p:nvSpPr>
            <p:cNvPr id="402" name="矩形 401"/>
            <p:cNvSpPr/>
            <p:nvPr/>
          </p:nvSpPr>
          <p:spPr>
            <a:xfrm>
              <a:off x="20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3" name="矩形 402"/>
            <p:cNvSpPr/>
            <p:nvPr/>
          </p:nvSpPr>
          <p:spPr>
            <a:xfrm>
              <a:off x="46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4" name="矩形 403"/>
            <p:cNvSpPr/>
            <p:nvPr/>
          </p:nvSpPr>
          <p:spPr>
            <a:xfrm>
              <a:off x="72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5" name="矩形 404"/>
            <p:cNvSpPr/>
            <p:nvPr/>
          </p:nvSpPr>
          <p:spPr>
            <a:xfrm>
              <a:off x="98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6" name="矩形 405"/>
            <p:cNvSpPr/>
            <p:nvPr/>
          </p:nvSpPr>
          <p:spPr>
            <a:xfrm>
              <a:off x="124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7" name="矩形 406"/>
            <p:cNvSpPr/>
            <p:nvPr/>
          </p:nvSpPr>
          <p:spPr>
            <a:xfrm>
              <a:off x="150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8" name="矩形 407"/>
            <p:cNvSpPr/>
            <p:nvPr/>
          </p:nvSpPr>
          <p:spPr>
            <a:xfrm>
              <a:off x="176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9" name="矩形 408"/>
            <p:cNvSpPr/>
            <p:nvPr/>
          </p:nvSpPr>
          <p:spPr>
            <a:xfrm>
              <a:off x="202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0" name="矩形 409"/>
            <p:cNvSpPr/>
            <p:nvPr/>
          </p:nvSpPr>
          <p:spPr>
            <a:xfrm>
              <a:off x="229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1" name="矩形 410"/>
            <p:cNvSpPr/>
            <p:nvPr/>
          </p:nvSpPr>
          <p:spPr>
            <a:xfrm>
              <a:off x="255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2" name="矩形 411"/>
            <p:cNvSpPr/>
            <p:nvPr/>
          </p:nvSpPr>
          <p:spPr>
            <a:xfrm>
              <a:off x="281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3" name="矩形 412"/>
            <p:cNvSpPr/>
            <p:nvPr/>
          </p:nvSpPr>
          <p:spPr>
            <a:xfrm>
              <a:off x="307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4" name="矩形 413"/>
            <p:cNvSpPr/>
            <p:nvPr/>
          </p:nvSpPr>
          <p:spPr>
            <a:xfrm>
              <a:off x="333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5" name="矩形 414"/>
            <p:cNvSpPr/>
            <p:nvPr/>
          </p:nvSpPr>
          <p:spPr>
            <a:xfrm>
              <a:off x="359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6" name="矩形 415"/>
            <p:cNvSpPr/>
            <p:nvPr/>
          </p:nvSpPr>
          <p:spPr>
            <a:xfrm>
              <a:off x="385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7" name="矩形 416"/>
            <p:cNvSpPr/>
            <p:nvPr/>
          </p:nvSpPr>
          <p:spPr>
            <a:xfrm>
              <a:off x="411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6" name="矩形 435"/>
            <p:cNvSpPr/>
            <p:nvPr/>
          </p:nvSpPr>
          <p:spPr>
            <a:xfrm>
              <a:off x="43817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7" name="矩形 436"/>
            <p:cNvSpPr/>
            <p:nvPr/>
          </p:nvSpPr>
          <p:spPr>
            <a:xfrm>
              <a:off x="46430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8" name="矩形 437"/>
            <p:cNvSpPr/>
            <p:nvPr/>
          </p:nvSpPr>
          <p:spPr>
            <a:xfrm>
              <a:off x="49042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9" name="矩形 438"/>
            <p:cNvSpPr/>
            <p:nvPr/>
          </p:nvSpPr>
          <p:spPr>
            <a:xfrm>
              <a:off x="51655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450" name="组合 449"/>
          <p:cNvGrpSpPr/>
          <p:nvPr/>
        </p:nvGrpSpPr>
        <p:grpSpPr>
          <a:xfrm>
            <a:off x="2379156" y="3223616"/>
            <a:ext cx="6465793" cy="97693"/>
            <a:chOff x="2379156" y="2532253"/>
            <a:chExt cx="6465793" cy="97693"/>
          </a:xfrm>
        </p:grpSpPr>
        <p:sp>
          <p:nvSpPr>
            <p:cNvPr id="419" name="矩形 418"/>
            <p:cNvSpPr/>
            <p:nvPr/>
          </p:nvSpPr>
          <p:spPr>
            <a:xfrm>
              <a:off x="475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0" name="矩形 419"/>
            <p:cNvSpPr/>
            <p:nvPr/>
          </p:nvSpPr>
          <p:spPr>
            <a:xfrm>
              <a:off x="501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1" name="矩形 420"/>
            <p:cNvSpPr/>
            <p:nvPr/>
          </p:nvSpPr>
          <p:spPr>
            <a:xfrm>
              <a:off x="527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2" name="矩形 421"/>
            <p:cNvSpPr/>
            <p:nvPr/>
          </p:nvSpPr>
          <p:spPr>
            <a:xfrm>
              <a:off x="553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3" name="矩形 422"/>
            <p:cNvSpPr/>
            <p:nvPr/>
          </p:nvSpPr>
          <p:spPr>
            <a:xfrm>
              <a:off x="579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4" name="矩形 423"/>
            <p:cNvSpPr/>
            <p:nvPr/>
          </p:nvSpPr>
          <p:spPr>
            <a:xfrm>
              <a:off x="605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631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6" name="矩形 425"/>
            <p:cNvSpPr/>
            <p:nvPr/>
          </p:nvSpPr>
          <p:spPr>
            <a:xfrm>
              <a:off x="658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7" name="矩形 426"/>
            <p:cNvSpPr/>
            <p:nvPr/>
          </p:nvSpPr>
          <p:spPr>
            <a:xfrm>
              <a:off x="684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8" name="矩形 427"/>
            <p:cNvSpPr/>
            <p:nvPr/>
          </p:nvSpPr>
          <p:spPr>
            <a:xfrm>
              <a:off x="710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9" name="矩形 428"/>
            <p:cNvSpPr/>
            <p:nvPr/>
          </p:nvSpPr>
          <p:spPr>
            <a:xfrm>
              <a:off x="736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0" name="矩形 429"/>
            <p:cNvSpPr/>
            <p:nvPr/>
          </p:nvSpPr>
          <p:spPr>
            <a:xfrm>
              <a:off x="762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1" name="矩形 430"/>
            <p:cNvSpPr/>
            <p:nvPr/>
          </p:nvSpPr>
          <p:spPr>
            <a:xfrm>
              <a:off x="788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2" name="矩形 431"/>
            <p:cNvSpPr/>
            <p:nvPr/>
          </p:nvSpPr>
          <p:spPr>
            <a:xfrm>
              <a:off x="814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840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4" name="矩形 433"/>
            <p:cNvSpPr/>
            <p:nvPr/>
          </p:nvSpPr>
          <p:spPr>
            <a:xfrm>
              <a:off x="867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1" name="矩形 440"/>
            <p:cNvSpPr/>
            <p:nvPr/>
          </p:nvSpPr>
          <p:spPr>
            <a:xfrm>
              <a:off x="237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2" name="矩形 441"/>
            <p:cNvSpPr/>
            <p:nvPr/>
          </p:nvSpPr>
          <p:spPr>
            <a:xfrm>
              <a:off x="2640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3" name="矩形 442"/>
            <p:cNvSpPr/>
            <p:nvPr/>
          </p:nvSpPr>
          <p:spPr>
            <a:xfrm>
              <a:off x="2901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4" name="矩形 443"/>
            <p:cNvSpPr/>
            <p:nvPr/>
          </p:nvSpPr>
          <p:spPr>
            <a:xfrm>
              <a:off x="3162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5" name="矩形 444"/>
            <p:cNvSpPr/>
            <p:nvPr/>
          </p:nvSpPr>
          <p:spPr>
            <a:xfrm>
              <a:off x="3424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>
              <a:off x="3685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7" name="矩形 446"/>
            <p:cNvSpPr/>
            <p:nvPr/>
          </p:nvSpPr>
          <p:spPr>
            <a:xfrm>
              <a:off x="3946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8" name="矩形 447"/>
            <p:cNvSpPr/>
            <p:nvPr/>
          </p:nvSpPr>
          <p:spPr>
            <a:xfrm>
              <a:off x="4207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9" name="矩形 448"/>
            <p:cNvSpPr/>
            <p:nvPr/>
          </p:nvSpPr>
          <p:spPr>
            <a:xfrm>
              <a:off x="446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455" name="文本框 454"/>
          <p:cNvSpPr txBox="1"/>
          <p:nvPr/>
        </p:nvSpPr>
        <p:spPr>
          <a:xfrm>
            <a:off x="1070458" y="3760607"/>
            <a:ext cx="1015393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6000" i="1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40000"/>
                    <a:lumOff val="6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The O</a:t>
            </a:r>
            <a:r>
              <a:rPr lang="en-US" altLang="zh-CN" sz="3600" dirty="0" err="1">
                <a:solidFill>
                  <a:srgbClr val="A67B49">
                    <a:lumMod val="40000"/>
                    <a:lumOff val="60000"/>
                  </a:srgbClr>
                </a:solidFill>
                <a:latin typeface="思源宋体 CN Heavy"/>
              </a:rPr>
              <a:t>verview</a:t>
            </a: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40000"/>
                    <a:lumOff val="6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 of P</a:t>
            </a:r>
            <a:r>
              <a:rPr lang="en-US" altLang="zh-CN" sz="3600" dirty="0" err="1">
                <a:solidFill>
                  <a:srgbClr val="A67B49">
                    <a:lumMod val="40000"/>
                    <a:lumOff val="60000"/>
                  </a:srgbClr>
                </a:solidFill>
                <a:latin typeface="思源宋体 CN Heavy"/>
              </a:rPr>
              <a:t>roject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40000"/>
                  <a:lumOff val="6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cxnSp>
        <p:nvCxnSpPr>
          <p:cNvPr id="456" name="直接连接符 455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/>
          <p:cNvSpPr txBox="1"/>
          <p:nvPr/>
        </p:nvSpPr>
        <p:spPr>
          <a:xfrm>
            <a:off x="1070458" y="4083773"/>
            <a:ext cx="6554763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3600" i="1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宋体 CN Heavy"/>
                <a:cs typeface="+mn-cs"/>
              </a:rPr>
              <a:t>项目概述</a:t>
            </a:r>
          </a:p>
        </p:txBody>
      </p:sp>
      <p:sp>
        <p:nvSpPr>
          <p:cNvPr id="457" name="矩形 456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3" name="矩形 2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7" name="任意多边形: 形状 6"/>
          <p:cNvSpPr/>
          <p:nvPr/>
        </p:nvSpPr>
        <p:spPr>
          <a:xfrm flipH="1">
            <a:off x="-1" y="1030514"/>
            <a:ext cx="653143" cy="5109030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48500" y="1300352"/>
            <a:ext cx="49983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zh-CN" altLang="en-US" sz="36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智能电影数据挖掘与推荐系统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任意多边形: 形状 13"/>
          <p:cNvSpPr/>
          <p:nvPr/>
        </p:nvSpPr>
        <p:spPr>
          <a:xfrm flipH="1">
            <a:off x="7387770" y="3735853"/>
            <a:ext cx="4775202" cy="1660618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blipFill dpi="0" rotWithShape="0"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387770" y="2512295"/>
            <a:ext cx="4833257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C50DA83-5F8D-F7E3-4E65-82271992F1B3}"/>
              </a:ext>
            </a:extLst>
          </p:cNvPr>
          <p:cNvSpPr txBox="1"/>
          <p:nvPr/>
        </p:nvSpPr>
        <p:spPr>
          <a:xfrm>
            <a:off x="653142" y="1234772"/>
            <a:ext cx="56085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项目定位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zh-CN" altLang="en-US" sz="2800" dirty="0">
                <a:solidFill>
                  <a:srgbClr val="1F2329"/>
                </a:solidFill>
                <a:latin typeface="思源宋体 CN Heavy"/>
                <a:ea typeface="+mj-ea"/>
              </a:rPr>
              <a:t>从数据清洗到智能推荐的完整电影数据分析平台</a:t>
            </a:r>
            <a:endParaRPr kumimoji="0" lang="zh-CN" altLang="en-US" sz="28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9BC9518-483F-23DA-CE1D-E91AD1A15A93}"/>
              </a:ext>
            </a:extLst>
          </p:cNvPr>
          <p:cNvCxnSpPr>
            <a:cxnSpLocks/>
          </p:cNvCxnSpPr>
          <p:nvPr/>
        </p:nvCxnSpPr>
        <p:spPr>
          <a:xfrm>
            <a:off x="653142" y="2258044"/>
            <a:ext cx="544285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D610049-1347-0D3B-9576-1D76BBCFEFED}"/>
              </a:ext>
            </a:extLst>
          </p:cNvPr>
          <p:cNvSpPr txBox="1"/>
          <p:nvPr/>
        </p:nvSpPr>
        <p:spPr>
          <a:xfrm>
            <a:off x="653142" y="2652786"/>
            <a:ext cx="5950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数据来源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en-US" altLang="zh-CN" sz="2800" dirty="0" err="1">
                <a:latin typeface="思源宋体 CN Heavy"/>
                <a:ea typeface="+mj-ea"/>
              </a:rPr>
              <a:t>MovieLens</a:t>
            </a:r>
            <a:r>
              <a:rPr lang="en-US" altLang="zh-CN" sz="2800" dirty="0">
                <a:latin typeface="思源宋体 CN Heavy"/>
                <a:ea typeface="+mj-ea"/>
              </a:rPr>
              <a:t> &amp; TMDB</a:t>
            </a:r>
            <a:r>
              <a:rPr lang="zh-CN" altLang="en-US" sz="2800" dirty="0">
                <a:latin typeface="思源宋体 CN Heavy"/>
                <a:ea typeface="+mj-ea"/>
              </a:rPr>
              <a:t>数据</a:t>
            </a:r>
            <a:endParaRPr kumimoji="0" lang="zh-CN" altLang="en-US" sz="28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A19557-C22B-CB00-8ECD-BA6570C45CA5}"/>
              </a:ext>
            </a:extLst>
          </p:cNvPr>
          <p:cNvSpPr txBox="1"/>
          <p:nvPr/>
        </p:nvSpPr>
        <p:spPr>
          <a:xfrm>
            <a:off x="653142" y="3230571"/>
            <a:ext cx="59508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数据规模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en-US" altLang="zh-CN" sz="2800" i="1" dirty="0">
                <a:latin typeface="思源宋体 CN Heavy"/>
                <a:ea typeface="+mj-ea"/>
              </a:rPr>
              <a:t>9727 </a:t>
            </a:r>
            <a:r>
              <a:rPr lang="zh-CN" altLang="en-US" sz="2800" i="1" dirty="0">
                <a:latin typeface="思源宋体 CN Heavy"/>
                <a:ea typeface="+mj-ea"/>
              </a:rPr>
              <a:t>部电影 </a:t>
            </a:r>
            <a:r>
              <a:rPr lang="en-US" altLang="zh-CN" sz="2800" i="1" dirty="0">
                <a:latin typeface="思源宋体 CN Heavy"/>
                <a:ea typeface="+mj-ea"/>
              </a:rPr>
              <a:t>· 610 </a:t>
            </a:r>
            <a:r>
              <a:rPr lang="zh-CN" altLang="en-US" sz="2800" i="1" dirty="0">
                <a:latin typeface="思源宋体 CN Heavy"/>
                <a:ea typeface="+mj-ea"/>
              </a:rPr>
              <a:t>位用户 </a:t>
            </a:r>
            <a:r>
              <a:rPr lang="en-US" altLang="zh-CN" sz="2800" i="1" dirty="0">
                <a:latin typeface="思源宋体 CN Heavy"/>
                <a:ea typeface="+mj-ea"/>
              </a:rPr>
              <a:t>· 100,811 </a:t>
            </a:r>
            <a:r>
              <a:rPr lang="zh-CN" altLang="en-US" sz="2800" i="1" dirty="0">
                <a:latin typeface="思源宋体 CN Heavy"/>
                <a:ea typeface="+mj-ea"/>
              </a:rPr>
              <a:t>条评分 </a:t>
            </a:r>
            <a:r>
              <a:rPr lang="en-US" altLang="zh-CN" sz="2800" i="1" dirty="0">
                <a:latin typeface="思源宋体 CN Heavy"/>
                <a:ea typeface="+mj-ea"/>
              </a:rPr>
              <a:t>· 3,678 </a:t>
            </a:r>
            <a:r>
              <a:rPr lang="zh-CN" altLang="en-US" sz="2800" i="1" dirty="0">
                <a:latin typeface="思源宋体 CN Heavy"/>
                <a:ea typeface="+mj-ea"/>
              </a:rPr>
              <a:t>条标签</a:t>
            </a:r>
            <a:endParaRPr kumimoji="0" lang="zh-CN" altLang="en-US" sz="28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A20B0E9-C952-8ED1-4B97-E5309AC7321B}"/>
              </a:ext>
            </a:extLst>
          </p:cNvPr>
          <p:cNvCxnSpPr>
            <a:cxnSpLocks/>
          </p:cNvCxnSpPr>
          <p:nvPr/>
        </p:nvCxnSpPr>
        <p:spPr>
          <a:xfrm>
            <a:off x="653142" y="4250258"/>
            <a:ext cx="5349725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54DB6C1-CD9B-6299-FEEF-007B38F0D283}"/>
              </a:ext>
            </a:extLst>
          </p:cNvPr>
          <p:cNvSpPr txBox="1"/>
          <p:nvPr/>
        </p:nvSpPr>
        <p:spPr>
          <a:xfrm>
            <a:off x="653142" y="4714191"/>
            <a:ext cx="56085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核心能力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zh-CN" altLang="en-US" sz="2800" dirty="0">
                <a:latin typeface="思源宋体 CN Heavy"/>
                <a:ea typeface="+mj-ea"/>
              </a:rPr>
              <a:t>电影检索 </a:t>
            </a:r>
            <a:r>
              <a:rPr lang="en-US" altLang="zh-CN" sz="2800" dirty="0">
                <a:latin typeface="思源宋体 CN Heavy"/>
                <a:ea typeface="+mj-ea"/>
              </a:rPr>
              <a:t>· </a:t>
            </a:r>
            <a:r>
              <a:rPr lang="zh-CN" altLang="en-US" sz="2800" dirty="0">
                <a:latin typeface="思源宋体 CN Heavy"/>
                <a:ea typeface="+mj-ea"/>
              </a:rPr>
              <a:t>票房预测 </a:t>
            </a:r>
            <a:r>
              <a:rPr lang="en-US" altLang="zh-CN" sz="2800" dirty="0">
                <a:latin typeface="思源宋体 CN Heavy"/>
                <a:ea typeface="+mj-ea"/>
              </a:rPr>
              <a:t>· </a:t>
            </a:r>
            <a:r>
              <a:rPr lang="zh-CN" altLang="en-US" sz="2800" dirty="0">
                <a:latin typeface="思源宋体 CN Heavy"/>
                <a:ea typeface="+mj-ea"/>
              </a:rPr>
              <a:t>混合推荐 </a:t>
            </a:r>
            <a:r>
              <a:rPr lang="en-US" altLang="zh-CN" sz="2800" dirty="0">
                <a:latin typeface="思源宋体 CN Heavy"/>
                <a:ea typeface="+mj-ea"/>
              </a:rPr>
              <a:t>· Agent </a:t>
            </a:r>
            <a:r>
              <a:rPr lang="zh-CN" altLang="en-US" sz="2800" dirty="0">
                <a:latin typeface="思源宋体 CN Heavy"/>
                <a:ea typeface="+mj-ea"/>
              </a:rPr>
              <a:t>自然语言问答</a:t>
            </a:r>
            <a:endParaRPr kumimoji="0" lang="zh-CN" altLang="en-US" sz="28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D28B51-28CF-48FD-F08A-90DFD9AA694F}"/>
              </a:ext>
            </a:extLst>
          </p:cNvPr>
          <p:cNvCxnSpPr>
            <a:cxnSpLocks/>
          </p:cNvCxnSpPr>
          <p:nvPr/>
        </p:nvCxnSpPr>
        <p:spPr>
          <a:xfrm>
            <a:off x="653142" y="5737463"/>
            <a:ext cx="544285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3" name="矩形 2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16" name="任意多边形: 形状 15"/>
          <p:cNvSpPr/>
          <p:nvPr/>
        </p:nvSpPr>
        <p:spPr>
          <a:xfrm flipH="1">
            <a:off x="-3258" y="534153"/>
            <a:ext cx="1146629" cy="369332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A67B49">
                  <a:lumMod val="60000"/>
                  <a:lumOff val="40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8571" y="451757"/>
            <a:ext cx="6165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系统架构</a:t>
            </a: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: </a:t>
            </a: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宋体 CN Heavy"/>
                <a:ea typeface="+mj-ea"/>
                <a:cs typeface="+mn-cs"/>
              </a:rPr>
              <a:t>三层独立部署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902459" y="2017486"/>
            <a:ext cx="0" cy="3991428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576AB7C7-3E73-0872-7B6F-2D3C99D91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6849" y="1098088"/>
            <a:ext cx="9353179" cy="5759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直接连接符 387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矩形 389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91" name="任意多边形: 形状 390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2" name="任意多边形: 形状 391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393" name="图形 3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394" name="图形 3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 rot="5400000">
            <a:off x="9792324" y="1412334"/>
            <a:ext cx="3424444" cy="599777"/>
          </a:xfrm>
          <a:custGeom>
            <a:avLst/>
            <a:gdLst/>
            <a:ahLst/>
            <a:cxnLst/>
            <a:rect l="l" t="t" r="r" b="b"/>
            <a:pathLst>
              <a:path w="3424444" h="599777">
                <a:moveTo>
                  <a:pt x="3019260" y="299516"/>
                </a:moveTo>
                <a:cubicBezTo>
                  <a:pt x="3019260" y="351854"/>
                  <a:pt x="3024035" y="398425"/>
                  <a:pt x="3033585" y="439229"/>
                </a:cubicBezTo>
                <a:cubicBezTo>
                  <a:pt x="3043135" y="480032"/>
                  <a:pt x="3057894" y="512154"/>
                  <a:pt x="3077861" y="535595"/>
                </a:cubicBezTo>
                <a:cubicBezTo>
                  <a:pt x="3097829" y="559035"/>
                  <a:pt x="3123440" y="570755"/>
                  <a:pt x="3154693" y="570755"/>
                </a:cubicBezTo>
                <a:cubicBezTo>
                  <a:pt x="3185700" y="570755"/>
                  <a:pt x="3211187" y="559035"/>
                  <a:pt x="3231154" y="535595"/>
                </a:cubicBezTo>
                <a:cubicBezTo>
                  <a:pt x="3251122" y="512154"/>
                  <a:pt x="3266005" y="480032"/>
                  <a:pt x="3275802" y="439229"/>
                </a:cubicBezTo>
                <a:cubicBezTo>
                  <a:pt x="3285601" y="398425"/>
                  <a:pt x="3290499" y="351854"/>
                  <a:pt x="3290499" y="299516"/>
                </a:cubicBezTo>
                <a:cubicBezTo>
                  <a:pt x="3290499" y="247674"/>
                  <a:pt x="3285601" y="201352"/>
                  <a:pt x="3275802" y="160548"/>
                </a:cubicBezTo>
                <a:cubicBezTo>
                  <a:pt x="3266005" y="119744"/>
                  <a:pt x="3251122" y="87622"/>
                  <a:pt x="3231154" y="64182"/>
                </a:cubicBezTo>
                <a:cubicBezTo>
                  <a:pt x="3211187" y="40741"/>
                  <a:pt x="3185700" y="29021"/>
                  <a:pt x="3154693" y="29021"/>
                </a:cubicBezTo>
                <a:cubicBezTo>
                  <a:pt x="3123440" y="29021"/>
                  <a:pt x="3097829" y="40741"/>
                  <a:pt x="3077861" y="64182"/>
                </a:cubicBezTo>
                <a:cubicBezTo>
                  <a:pt x="3057894" y="87622"/>
                  <a:pt x="3043135" y="119744"/>
                  <a:pt x="3033585" y="160548"/>
                </a:cubicBezTo>
                <a:cubicBezTo>
                  <a:pt x="3024035" y="201352"/>
                  <a:pt x="3019260" y="247674"/>
                  <a:pt x="3019260" y="299516"/>
                </a:cubicBezTo>
                <a:close/>
                <a:moveTo>
                  <a:pt x="2884198" y="299516"/>
                </a:moveTo>
                <a:cubicBezTo>
                  <a:pt x="2884198" y="250403"/>
                  <a:pt x="2891516" y="207181"/>
                  <a:pt x="2906151" y="169850"/>
                </a:cubicBezTo>
                <a:cubicBezTo>
                  <a:pt x="2920786" y="132519"/>
                  <a:pt x="2940753" y="101265"/>
                  <a:pt x="2966054" y="76088"/>
                </a:cubicBezTo>
                <a:cubicBezTo>
                  <a:pt x="2991355" y="50911"/>
                  <a:pt x="3020190" y="31936"/>
                  <a:pt x="3052560" y="19161"/>
                </a:cubicBezTo>
                <a:cubicBezTo>
                  <a:pt x="3084930" y="6387"/>
                  <a:pt x="3118975" y="0"/>
                  <a:pt x="3154693" y="0"/>
                </a:cubicBezTo>
                <a:cubicBezTo>
                  <a:pt x="3190412" y="0"/>
                  <a:pt x="3224519" y="6325"/>
                  <a:pt x="3257013" y="18975"/>
                </a:cubicBezTo>
                <a:cubicBezTo>
                  <a:pt x="3289507" y="31626"/>
                  <a:pt x="3318281" y="50539"/>
                  <a:pt x="3343333" y="75716"/>
                </a:cubicBezTo>
                <a:cubicBezTo>
                  <a:pt x="3368386" y="100893"/>
                  <a:pt x="3388168" y="132146"/>
                  <a:pt x="3402678" y="169478"/>
                </a:cubicBezTo>
                <a:cubicBezTo>
                  <a:pt x="3417189" y="206809"/>
                  <a:pt x="3424444" y="250155"/>
                  <a:pt x="3424444" y="299516"/>
                </a:cubicBezTo>
                <a:cubicBezTo>
                  <a:pt x="3424444" y="349125"/>
                  <a:pt x="3417251" y="392658"/>
                  <a:pt x="3402864" y="430113"/>
                </a:cubicBezTo>
                <a:cubicBezTo>
                  <a:pt x="3388478" y="467568"/>
                  <a:pt x="3368758" y="498884"/>
                  <a:pt x="3343705" y="524061"/>
                </a:cubicBezTo>
                <a:cubicBezTo>
                  <a:pt x="3318653" y="549237"/>
                  <a:pt x="3289879" y="568151"/>
                  <a:pt x="3257385" y="580801"/>
                </a:cubicBezTo>
                <a:cubicBezTo>
                  <a:pt x="3224891" y="593452"/>
                  <a:pt x="3190660" y="599777"/>
                  <a:pt x="3154693" y="599777"/>
                </a:cubicBezTo>
                <a:cubicBezTo>
                  <a:pt x="3118975" y="599777"/>
                  <a:pt x="3084869" y="593452"/>
                  <a:pt x="3052374" y="580801"/>
                </a:cubicBezTo>
                <a:cubicBezTo>
                  <a:pt x="3019880" y="568151"/>
                  <a:pt x="2990983" y="549299"/>
                  <a:pt x="2965682" y="524247"/>
                </a:cubicBezTo>
                <a:cubicBezTo>
                  <a:pt x="2940381" y="499194"/>
                  <a:pt x="2920475" y="467878"/>
                  <a:pt x="2905964" y="430299"/>
                </a:cubicBezTo>
                <a:cubicBezTo>
                  <a:pt x="2891454" y="392720"/>
                  <a:pt x="2884198" y="349125"/>
                  <a:pt x="2884198" y="299516"/>
                </a:cubicBezTo>
                <a:close/>
                <a:moveTo>
                  <a:pt x="2010428" y="41299"/>
                </a:moveTo>
                <a:lnTo>
                  <a:pt x="2010428" y="15254"/>
                </a:lnTo>
                <a:lnTo>
                  <a:pt x="2268273" y="15254"/>
                </a:lnTo>
                <a:lnTo>
                  <a:pt x="2268273" y="41299"/>
                </a:lnTo>
                <a:lnTo>
                  <a:pt x="2196464" y="47997"/>
                </a:lnTo>
                <a:lnTo>
                  <a:pt x="2301015" y="452065"/>
                </a:lnTo>
                <a:lnTo>
                  <a:pt x="2415241" y="49485"/>
                </a:lnTo>
                <a:lnTo>
                  <a:pt x="2343431" y="41299"/>
                </a:lnTo>
                <a:lnTo>
                  <a:pt x="2343431" y="15254"/>
                </a:lnTo>
                <a:lnTo>
                  <a:pt x="2592718" y="15254"/>
                </a:lnTo>
                <a:lnTo>
                  <a:pt x="2592718" y="41299"/>
                </a:lnTo>
                <a:lnTo>
                  <a:pt x="2511979" y="50229"/>
                </a:lnTo>
                <a:lnTo>
                  <a:pt x="2624717" y="453553"/>
                </a:lnTo>
                <a:lnTo>
                  <a:pt x="2729268" y="50973"/>
                </a:lnTo>
                <a:lnTo>
                  <a:pt x="2657459" y="41299"/>
                </a:lnTo>
                <a:lnTo>
                  <a:pt x="2657459" y="15254"/>
                </a:lnTo>
                <a:lnTo>
                  <a:pt x="2841261" y="15254"/>
                </a:lnTo>
                <a:lnTo>
                  <a:pt x="2841261" y="41299"/>
                </a:lnTo>
                <a:lnTo>
                  <a:pt x="2771684" y="50973"/>
                </a:lnTo>
                <a:lnTo>
                  <a:pt x="2618019" y="586010"/>
                </a:lnTo>
                <a:lnTo>
                  <a:pt x="2546954" y="586010"/>
                </a:lnTo>
                <a:lnTo>
                  <a:pt x="2418962" y="159246"/>
                </a:lnTo>
                <a:lnTo>
                  <a:pt x="2290969" y="586010"/>
                </a:lnTo>
                <a:lnTo>
                  <a:pt x="2221764" y="586010"/>
                </a:lnTo>
                <a:lnTo>
                  <a:pt x="2062518" y="46508"/>
                </a:lnTo>
                <a:close/>
                <a:moveTo>
                  <a:pt x="1478293" y="178221"/>
                </a:moveTo>
                <a:lnTo>
                  <a:pt x="1481270" y="15254"/>
                </a:lnTo>
                <a:lnTo>
                  <a:pt x="1984309" y="15254"/>
                </a:lnTo>
                <a:lnTo>
                  <a:pt x="1987286" y="178221"/>
                </a:lnTo>
                <a:lnTo>
                  <a:pt x="1943009" y="178221"/>
                </a:lnTo>
                <a:lnTo>
                  <a:pt x="1904314" y="45020"/>
                </a:lnTo>
                <a:lnTo>
                  <a:pt x="1798274" y="45020"/>
                </a:lnTo>
                <a:cubicBezTo>
                  <a:pt x="1797530" y="84211"/>
                  <a:pt x="1797096" y="123651"/>
                  <a:pt x="1796972" y="163338"/>
                </a:cubicBezTo>
                <a:cubicBezTo>
                  <a:pt x="1796847" y="203026"/>
                  <a:pt x="1796786" y="243085"/>
                  <a:pt x="1796786" y="283517"/>
                </a:cubicBezTo>
                <a:lnTo>
                  <a:pt x="1796786" y="316259"/>
                </a:lnTo>
                <a:cubicBezTo>
                  <a:pt x="1796786" y="355203"/>
                  <a:pt x="1796847" y="394332"/>
                  <a:pt x="1796972" y="433647"/>
                </a:cubicBezTo>
                <a:cubicBezTo>
                  <a:pt x="1797096" y="472963"/>
                  <a:pt x="1797530" y="512092"/>
                  <a:pt x="1798274" y="551036"/>
                </a:cubicBezTo>
                <a:lnTo>
                  <a:pt x="1876037" y="558477"/>
                </a:lnTo>
                <a:lnTo>
                  <a:pt x="1876037" y="584522"/>
                </a:lnTo>
                <a:lnTo>
                  <a:pt x="1589542" y="584522"/>
                </a:lnTo>
                <a:lnTo>
                  <a:pt x="1589542" y="558477"/>
                </a:lnTo>
                <a:lnTo>
                  <a:pt x="1666561" y="551036"/>
                </a:lnTo>
                <a:cubicBezTo>
                  <a:pt x="1667305" y="512836"/>
                  <a:pt x="1667739" y="474203"/>
                  <a:pt x="1667863" y="435136"/>
                </a:cubicBezTo>
                <a:cubicBezTo>
                  <a:pt x="1667987" y="396068"/>
                  <a:pt x="1668049" y="356691"/>
                  <a:pt x="1668049" y="317003"/>
                </a:cubicBezTo>
                <a:lnTo>
                  <a:pt x="1668049" y="283517"/>
                </a:lnTo>
                <a:cubicBezTo>
                  <a:pt x="1668049" y="243582"/>
                  <a:pt x="1667987" y="203646"/>
                  <a:pt x="1667863" y="163710"/>
                </a:cubicBezTo>
                <a:cubicBezTo>
                  <a:pt x="1667739" y="123775"/>
                  <a:pt x="1667305" y="84211"/>
                  <a:pt x="1666561" y="45020"/>
                </a:cubicBezTo>
                <a:lnTo>
                  <a:pt x="1561265" y="45020"/>
                </a:lnTo>
                <a:lnTo>
                  <a:pt x="1523314" y="178221"/>
                </a:lnTo>
                <a:close/>
                <a:moveTo>
                  <a:pt x="744868" y="178221"/>
                </a:moveTo>
                <a:lnTo>
                  <a:pt x="747845" y="15254"/>
                </a:lnTo>
                <a:lnTo>
                  <a:pt x="1250884" y="15254"/>
                </a:lnTo>
                <a:lnTo>
                  <a:pt x="1253861" y="178221"/>
                </a:lnTo>
                <a:lnTo>
                  <a:pt x="1209584" y="178221"/>
                </a:lnTo>
                <a:lnTo>
                  <a:pt x="1170889" y="45020"/>
                </a:lnTo>
                <a:lnTo>
                  <a:pt x="1064849" y="45020"/>
                </a:lnTo>
                <a:cubicBezTo>
                  <a:pt x="1064105" y="84211"/>
                  <a:pt x="1063671" y="123651"/>
                  <a:pt x="1063547" y="163338"/>
                </a:cubicBezTo>
                <a:cubicBezTo>
                  <a:pt x="1063423" y="203026"/>
                  <a:pt x="1063361" y="243085"/>
                  <a:pt x="1063361" y="283517"/>
                </a:cubicBezTo>
                <a:lnTo>
                  <a:pt x="1063361" y="316259"/>
                </a:lnTo>
                <a:cubicBezTo>
                  <a:pt x="1063361" y="355203"/>
                  <a:pt x="1063423" y="394332"/>
                  <a:pt x="1063547" y="433647"/>
                </a:cubicBezTo>
                <a:cubicBezTo>
                  <a:pt x="1063671" y="472963"/>
                  <a:pt x="1064105" y="512092"/>
                  <a:pt x="1064849" y="551036"/>
                </a:cubicBezTo>
                <a:lnTo>
                  <a:pt x="1142612" y="558477"/>
                </a:lnTo>
                <a:lnTo>
                  <a:pt x="1142612" y="584522"/>
                </a:lnTo>
                <a:lnTo>
                  <a:pt x="856117" y="584522"/>
                </a:lnTo>
                <a:lnTo>
                  <a:pt x="856117" y="558477"/>
                </a:lnTo>
                <a:lnTo>
                  <a:pt x="933136" y="551036"/>
                </a:lnTo>
                <a:cubicBezTo>
                  <a:pt x="933880" y="512836"/>
                  <a:pt x="934314" y="474203"/>
                  <a:pt x="934438" y="435136"/>
                </a:cubicBezTo>
                <a:cubicBezTo>
                  <a:pt x="934562" y="396068"/>
                  <a:pt x="934624" y="356691"/>
                  <a:pt x="934624" y="317003"/>
                </a:cubicBezTo>
                <a:lnTo>
                  <a:pt x="934624" y="283517"/>
                </a:lnTo>
                <a:cubicBezTo>
                  <a:pt x="934624" y="243582"/>
                  <a:pt x="934562" y="203646"/>
                  <a:pt x="934438" y="163710"/>
                </a:cubicBezTo>
                <a:cubicBezTo>
                  <a:pt x="934314" y="123775"/>
                  <a:pt x="933880" y="84211"/>
                  <a:pt x="933136" y="45020"/>
                </a:cubicBezTo>
                <a:lnTo>
                  <a:pt x="827840" y="45020"/>
                </a:lnTo>
                <a:lnTo>
                  <a:pt x="789889" y="178221"/>
                </a:lnTo>
                <a:close/>
                <a:moveTo>
                  <a:pt x="364538" y="287238"/>
                </a:moveTo>
                <a:lnTo>
                  <a:pt x="409559" y="287238"/>
                </a:lnTo>
                <a:cubicBezTo>
                  <a:pt x="438084" y="287238"/>
                  <a:pt x="460966" y="281533"/>
                  <a:pt x="478206" y="270123"/>
                </a:cubicBezTo>
                <a:cubicBezTo>
                  <a:pt x="495445" y="258712"/>
                  <a:pt x="508033" y="243396"/>
                  <a:pt x="515971" y="224172"/>
                </a:cubicBezTo>
                <a:cubicBezTo>
                  <a:pt x="523908" y="204948"/>
                  <a:pt x="527877" y="183802"/>
                  <a:pt x="527877" y="160734"/>
                </a:cubicBezTo>
                <a:cubicBezTo>
                  <a:pt x="527877" y="123031"/>
                  <a:pt x="517893" y="94195"/>
                  <a:pt x="497925" y="74228"/>
                </a:cubicBezTo>
                <a:cubicBezTo>
                  <a:pt x="477958" y="54260"/>
                  <a:pt x="448750" y="44276"/>
                  <a:pt x="410303" y="44276"/>
                </a:cubicBezTo>
                <a:lnTo>
                  <a:pt x="366771" y="44276"/>
                </a:lnTo>
                <a:cubicBezTo>
                  <a:pt x="365778" y="82723"/>
                  <a:pt x="365158" y="121915"/>
                  <a:pt x="364910" y="161850"/>
                </a:cubicBezTo>
                <a:cubicBezTo>
                  <a:pt x="364662" y="201786"/>
                  <a:pt x="364538" y="243582"/>
                  <a:pt x="364538" y="287238"/>
                </a:cubicBezTo>
                <a:close/>
                <a:moveTo>
                  <a:pt x="168085" y="584522"/>
                </a:moveTo>
                <a:lnTo>
                  <a:pt x="168085" y="558477"/>
                </a:lnTo>
                <a:lnTo>
                  <a:pt x="236546" y="551780"/>
                </a:lnTo>
                <a:cubicBezTo>
                  <a:pt x="237786" y="513333"/>
                  <a:pt x="238468" y="474513"/>
                  <a:pt x="238593" y="435322"/>
                </a:cubicBezTo>
                <a:cubicBezTo>
                  <a:pt x="238716" y="396130"/>
                  <a:pt x="238779" y="356691"/>
                  <a:pt x="238779" y="317003"/>
                </a:cubicBezTo>
                <a:lnTo>
                  <a:pt x="238779" y="283517"/>
                </a:lnTo>
                <a:cubicBezTo>
                  <a:pt x="238779" y="243830"/>
                  <a:pt x="238716" y="204328"/>
                  <a:pt x="238593" y="165013"/>
                </a:cubicBezTo>
                <a:cubicBezTo>
                  <a:pt x="238468" y="125697"/>
                  <a:pt x="237786" y="86444"/>
                  <a:pt x="236546" y="47252"/>
                </a:cubicBezTo>
                <a:lnTo>
                  <a:pt x="168085" y="41299"/>
                </a:lnTo>
                <a:lnTo>
                  <a:pt x="168085" y="15254"/>
                </a:lnTo>
                <a:lnTo>
                  <a:pt x="442301" y="15254"/>
                </a:lnTo>
                <a:cubicBezTo>
                  <a:pt x="509521" y="15254"/>
                  <a:pt x="560867" y="27781"/>
                  <a:pt x="596338" y="52834"/>
                </a:cubicBezTo>
                <a:cubicBezTo>
                  <a:pt x="631809" y="77886"/>
                  <a:pt x="649544" y="113109"/>
                  <a:pt x="649544" y="158501"/>
                </a:cubicBezTo>
                <a:cubicBezTo>
                  <a:pt x="649544" y="179337"/>
                  <a:pt x="644335" y="199243"/>
                  <a:pt x="633917" y="218219"/>
                </a:cubicBezTo>
                <a:cubicBezTo>
                  <a:pt x="623499" y="237194"/>
                  <a:pt x="606446" y="253689"/>
                  <a:pt x="582757" y="267704"/>
                </a:cubicBezTo>
                <a:cubicBezTo>
                  <a:pt x="559069" y="281719"/>
                  <a:pt x="527257" y="291827"/>
                  <a:pt x="487321" y="298028"/>
                </a:cubicBezTo>
                <a:cubicBezTo>
                  <a:pt x="520560" y="302493"/>
                  <a:pt x="546480" y="310244"/>
                  <a:pt x="565084" y="321282"/>
                </a:cubicBezTo>
                <a:cubicBezTo>
                  <a:pt x="583687" y="332320"/>
                  <a:pt x="597392" y="346769"/>
                  <a:pt x="606198" y="364628"/>
                </a:cubicBezTo>
                <a:cubicBezTo>
                  <a:pt x="615003" y="382488"/>
                  <a:pt x="621639" y="403944"/>
                  <a:pt x="626104" y="428997"/>
                </a:cubicBezTo>
                <a:lnTo>
                  <a:pt x="651033" y="554756"/>
                </a:lnTo>
                <a:lnTo>
                  <a:pt x="719121" y="558477"/>
                </a:lnTo>
                <a:lnTo>
                  <a:pt x="719121" y="584522"/>
                </a:lnTo>
                <a:cubicBezTo>
                  <a:pt x="703494" y="588243"/>
                  <a:pt x="689232" y="591095"/>
                  <a:pt x="676333" y="593080"/>
                </a:cubicBezTo>
                <a:cubicBezTo>
                  <a:pt x="663435" y="595064"/>
                  <a:pt x="647436" y="596056"/>
                  <a:pt x="628336" y="596056"/>
                </a:cubicBezTo>
                <a:cubicBezTo>
                  <a:pt x="593361" y="596056"/>
                  <a:pt x="566138" y="590041"/>
                  <a:pt x="546667" y="578011"/>
                </a:cubicBezTo>
                <a:cubicBezTo>
                  <a:pt x="527195" y="565981"/>
                  <a:pt x="515599" y="544586"/>
                  <a:pt x="511878" y="513829"/>
                </a:cubicBezTo>
                <a:lnTo>
                  <a:pt x="489554" y="408533"/>
                </a:lnTo>
                <a:cubicBezTo>
                  <a:pt x="484345" y="377279"/>
                  <a:pt x="475787" y="353962"/>
                  <a:pt x="463881" y="338583"/>
                </a:cubicBezTo>
                <a:cubicBezTo>
                  <a:pt x="451975" y="323205"/>
                  <a:pt x="431387" y="315515"/>
                  <a:pt x="402117" y="315515"/>
                </a:cubicBezTo>
                <a:lnTo>
                  <a:pt x="364538" y="315515"/>
                </a:lnTo>
                <a:cubicBezTo>
                  <a:pt x="364538" y="355451"/>
                  <a:pt x="364662" y="395076"/>
                  <a:pt x="364910" y="434392"/>
                </a:cubicBezTo>
                <a:cubicBezTo>
                  <a:pt x="365158" y="473707"/>
                  <a:pt x="365778" y="512836"/>
                  <a:pt x="366771" y="551780"/>
                </a:cubicBezTo>
                <a:lnTo>
                  <a:pt x="437092" y="558477"/>
                </a:lnTo>
                <a:lnTo>
                  <a:pt x="437092" y="584522"/>
                </a:lnTo>
                <a:close/>
                <a:moveTo>
                  <a:pt x="0" y="584522"/>
                </a:moveTo>
                <a:lnTo>
                  <a:pt x="0" y="358490"/>
                </a:lnTo>
                <a:lnTo>
                  <a:pt x="65543" y="551780"/>
                </a:lnTo>
                <a:lnTo>
                  <a:pt x="126562" y="558477"/>
                </a:lnTo>
                <a:lnTo>
                  <a:pt x="126562" y="584522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396" name="任意多边形: 形状 395"/>
          <p:cNvSpPr/>
          <p:nvPr/>
        </p:nvSpPr>
        <p:spPr>
          <a:xfrm>
            <a:off x="0" y="1544077"/>
            <a:ext cx="9160238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7" name="任意多边形: 形状 396"/>
          <p:cNvSpPr/>
          <p:nvPr/>
        </p:nvSpPr>
        <p:spPr>
          <a:xfrm>
            <a:off x="-1" y="1872352"/>
            <a:ext cx="943423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8" name="任意多边形: 形状 397"/>
          <p:cNvSpPr/>
          <p:nvPr/>
        </p:nvSpPr>
        <p:spPr>
          <a:xfrm>
            <a:off x="1117683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9" name="任意多边形: 形状 398"/>
          <p:cNvSpPr/>
          <p:nvPr/>
        </p:nvSpPr>
        <p:spPr>
          <a:xfrm>
            <a:off x="3094661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00" name="任意多边形: 形状 399"/>
          <p:cNvSpPr/>
          <p:nvPr/>
        </p:nvSpPr>
        <p:spPr>
          <a:xfrm>
            <a:off x="5071638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35" name="任意多边形: 形状 434"/>
          <p:cNvSpPr/>
          <p:nvPr/>
        </p:nvSpPr>
        <p:spPr>
          <a:xfrm>
            <a:off x="7042232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440" name="组合 439"/>
          <p:cNvGrpSpPr/>
          <p:nvPr/>
        </p:nvGrpSpPr>
        <p:grpSpPr>
          <a:xfrm>
            <a:off x="200873" y="1663536"/>
            <a:ext cx="5139397" cy="97693"/>
            <a:chOff x="200873" y="972173"/>
            <a:chExt cx="5139397" cy="97693"/>
          </a:xfrm>
        </p:grpSpPr>
        <p:sp>
          <p:nvSpPr>
            <p:cNvPr id="402" name="矩形 401"/>
            <p:cNvSpPr/>
            <p:nvPr/>
          </p:nvSpPr>
          <p:spPr>
            <a:xfrm>
              <a:off x="20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3" name="矩形 402"/>
            <p:cNvSpPr/>
            <p:nvPr/>
          </p:nvSpPr>
          <p:spPr>
            <a:xfrm>
              <a:off x="46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4" name="矩形 403"/>
            <p:cNvSpPr/>
            <p:nvPr/>
          </p:nvSpPr>
          <p:spPr>
            <a:xfrm>
              <a:off x="72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5" name="矩形 404"/>
            <p:cNvSpPr/>
            <p:nvPr/>
          </p:nvSpPr>
          <p:spPr>
            <a:xfrm>
              <a:off x="98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6" name="矩形 405"/>
            <p:cNvSpPr/>
            <p:nvPr/>
          </p:nvSpPr>
          <p:spPr>
            <a:xfrm>
              <a:off x="124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7" name="矩形 406"/>
            <p:cNvSpPr/>
            <p:nvPr/>
          </p:nvSpPr>
          <p:spPr>
            <a:xfrm>
              <a:off x="150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8" name="矩形 407"/>
            <p:cNvSpPr/>
            <p:nvPr/>
          </p:nvSpPr>
          <p:spPr>
            <a:xfrm>
              <a:off x="176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9" name="矩形 408"/>
            <p:cNvSpPr/>
            <p:nvPr/>
          </p:nvSpPr>
          <p:spPr>
            <a:xfrm>
              <a:off x="202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0" name="矩形 409"/>
            <p:cNvSpPr/>
            <p:nvPr/>
          </p:nvSpPr>
          <p:spPr>
            <a:xfrm>
              <a:off x="229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1" name="矩形 410"/>
            <p:cNvSpPr/>
            <p:nvPr/>
          </p:nvSpPr>
          <p:spPr>
            <a:xfrm>
              <a:off x="255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2" name="矩形 411"/>
            <p:cNvSpPr/>
            <p:nvPr/>
          </p:nvSpPr>
          <p:spPr>
            <a:xfrm>
              <a:off x="281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3" name="矩形 412"/>
            <p:cNvSpPr/>
            <p:nvPr/>
          </p:nvSpPr>
          <p:spPr>
            <a:xfrm>
              <a:off x="307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4" name="矩形 413"/>
            <p:cNvSpPr/>
            <p:nvPr/>
          </p:nvSpPr>
          <p:spPr>
            <a:xfrm>
              <a:off x="333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5" name="矩形 414"/>
            <p:cNvSpPr/>
            <p:nvPr/>
          </p:nvSpPr>
          <p:spPr>
            <a:xfrm>
              <a:off x="359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6" name="矩形 415"/>
            <p:cNvSpPr/>
            <p:nvPr/>
          </p:nvSpPr>
          <p:spPr>
            <a:xfrm>
              <a:off x="385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7" name="矩形 416"/>
            <p:cNvSpPr/>
            <p:nvPr/>
          </p:nvSpPr>
          <p:spPr>
            <a:xfrm>
              <a:off x="411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6" name="矩形 435"/>
            <p:cNvSpPr/>
            <p:nvPr/>
          </p:nvSpPr>
          <p:spPr>
            <a:xfrm>
              <a:off x="43817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7" name="矩形 436"/>
            <p:cNvSpPr/>
            <p:nvPr/>
          </p:nvSpPr>
          <p:spPr>
            <a:xfrm>
              <a:off x="46430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8" name="矩形 437"/>
            <p:cNvSpPr/>
            <p:nvPr/>
          </p:nvSpPr>
          <p:spPr>
            <a:xfrm>
              <a:off x="49042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9" name="矩形 438"/>
            <p:cNvSpPr/>
            <p:nvPr/>
          </p:nvSpPr>
          <p:spPr>
            <a:xfrm>
              <a:off x="51655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450" name="组合 449"/>
          <p:cNvGrpSpPr/>
          <p:nvPr/>
        </p:nvGrpSpPr>
        <p:grpSpPr>
          <a:xfrm>
            <a:off x="2379156" y="3223616"/>
            <a:ext cx="6465793" cy="97693"/>
            <a:chOff x="2379156" y="2532253"/>
            <a:chExt cx="6465793" cy="97693"/>
          </a:xfrm>
        </p:grpSpPr>
        <p:sp>
          <p:nvSpPr>
            <p:cNvPr id="419" name="矩形 418"/>
            <p:cNvSpPr/>
            <p:nvPr/>
          </p:nvSpPr>
          <p:spPr>
            <a:xfrm>
              <a:off x="475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0" name="矩形 419"/>
            <p:cNvSpPr/>
            <p:nvPr/>
          </p:nvSpPr>
          <p:spPr>
            <a:xfrm>
              <a:off x="501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1" name="矩形 420"/>
            <p:cNvSpPr/>
            <p:nvPr/>
          </p:nvSpPr>
          <p:spPr>
            <a:xfrm>
              <a:off x="527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2" name="矩形 421"/>
            <p:cNvSpPr/>
            <p:nvPr/>
          </p:nvSpPr>
          <p:spPr>
            <a:xfrm>
              <a:off x="553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3" name="矩形 422"/>
            <p:cNvSpPr/>
            <p:nvPr/>
          </p:nvSpPr>
          <p:spPr>
            <a:xfrm>
              <a:off x="579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4" name="矩形 423"/>
            <p:cNvSpPr/>
            <p:nvPr/>
          </p:nvSpPr>
          <p:spPr>
            <a:xfrm>
              <a:off x="605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631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6" name="矩形 425"/>
            <p:cNvSpPr/>
            <p:nvPr/>
          </p:nvSpPr>
          <p:spPr>
            <a:xfrm>
              <a:off x="658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7" name="矩形 426"/>
            <p:cNvSpPr/>
            <p:nvPr/>
          </p:nvSpPr>
          <p:spPr>
            <a:xfrm>
              <a:off x="684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8" name="矩形 427"/>
            <p:cNvSpPr/>
            <p:nvPr/>
          </p:nvSpPr>
          <p:spPr>
            <a:xfrm>
              <a:off x="710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9" name="矩形 428"/>
            <p:cNvSpPr/>
            <p:nvPr/>
          </p:nvSpPr>
          <p:spPr>
            <a:xfrm>
              <a:off x="736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0" name="矩形 429"/>
            <p:cNvSpPr/>
            <p:nvPr/>
          </p:nvSpPr>
          <p:spPr>
            <a:xfrm>
              <a:off x="762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1" name="矩形 430"/>
            <p:cNvSpPr/>
            <p:nvPr/>
          </p:nvSpPr>
          <p:spPr>
            <a:xfrm>
              <a:off x="788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2" name="矩形 431"/>
            <p:cNvSpPr/>
            <p:nvPr/>
          </p:nvSpPr>
          <p:spPr>
            <a:xfrm>
              <a:off x="814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840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4" name="矩形 433"/>
            <p:cNvSpPr/>
            <p:nvPr/>
          </p:nvSpPr>
          <p:spPr>
            <a:xfrm>
              <a:off x="867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1" name="矩形 440"/>
            <p:cNvSpPr/>
            <p:nvPr/>
          </p:nvSpPr>
          <p:spPr>
            <a:xfrm>
              <a:off x="237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2" name="矩形 441"/>
            <p:cNvSpPr/>
            <p:nvPr/>
          </p:nvSpPr>
          <p:spPr>
            <a:xfrm>
              <a:off x="2640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3" name="矩形 442"/>
            <p:cNvSpPr/>
            <p:nvPr/>
          </p:nvSpPr>
          <p:spPr>
            <a:xfrm>
              <a:off x="2901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4" name="矩形 443"/>
            <p:cNvSpPr/>
            <p:nvPr/>
          </p:nvSpPr>
          <p:spPr>
            <a:xfrm>
              <a:off x="3162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5" name="矩形 444"/>
            <p:cNvSpPr/>
            <p:nvPr/>
          </p:nvSpPr>
          <p:spPr>
            <a:xfrm>
              <a:off x="3424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>
              <a:off x="3685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7" name="矩形 446"/>
            <p:cNvSpPr/>
            <p:nvPr/>
          </p:nvSpPr>
          <p:spPr>
            <a:xfrm>
              <a:off x="3946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8" name="矩形 447"/>
            <p:cNvSpPr/>
            <p:nvPr/>
          </p:nvSpPr>
          <p:spPr>
            <a:xfrm>
              <a:off x="4207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9" name="矩形 448"/>
            <p:cNvSpPr/>
            <p:nvPr/>
          </p:nvSpPr>
          <p:spPr>
            <a:xfrm>
              <a:off x="446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455" name="文本框 454"/>
          <p:cNvSpPr txBox="1"/>
          <p:nvPr/>
        </p:nvSpPr>
        <p:spPr>
          <a:xfrm>
            <a:off x="1070458" y="3760607"/>
            <a:ext cx="1015393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6000" i="1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40000"/>
                    <a:lumOff val="6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The Processing of Data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40000"/>
                  <a:lumOff val="6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cxnSp>
        <p:nvCxnSpPr>
          <p:cNvPr id="456" name="直接连接符 455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/>
          <p:cNvSpPr txBox="1"/>
          <p:nvPr/>
        </p:nvSpPr>
        <p:spPr>
          <a:xfrm>
            <a:off x="1070458" y="4083773"/>
            <a:ext cx="6554763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3600" i="1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dirty="0">
                <a:solidFill>
                  <a:srgbClr val="000000"/>
                </a:solidFill>
                <a:latin typeface="思源宋体 CN Heavy"/>
              </a:rPr>
              <a:t>数据处理</a:t>
            </a:r>
            <a:endParaRPr kumimoji="0" lang="zh-CN" altLang="en-US" sz="4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2203-185D-58F2-6184-82DA3620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98E03D9-C913-36DD-7567-8E0265ED9138}"/>
              </a:ext>
            </a:extLst>
          </p:cNvPr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5972F15-0137-5E49-D901-3FC8D895B712}"/>
                </a:ext>
              </a:extLst>
            </p:cNvPr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AE468BB-6F64-491A-1D4F-7A838FEC6F9C}"/>
                </a:ext>
              </a:extLst>
            </p:cNvPr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AACC3E5-F8CE-06AB-2222-912EF4C8F6FA}"/>
              </a:ext>
            </a:extLst>
          </p:cNvPr>
          <p:cNvSpPr/>
          <p:nvPr/>
        </p:nvSpPr>
        <p:spPr>
          <a:xfrm flipH="1">
            <a:off x="-1" y="1030514"/>
            <a:ext cx="653143" cy="5109030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679B27-05B9-0208-6537-EAB4B805DB5A}"/>
              </a:ext>
            </a:extLst>
          </p:cNvPr>
          <p:cNvSpPr txBox="1"/>
          <p:nvPr/>
        </p:nvSpPr>
        <p:spPr>
          <a:xfrm>
            <a:off x="7276193" y="1363852"/>
            <a:ext cx="4998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zh-CN" altLang="zh-CN" sz="3200" b="1" dirty="0">
                <a:solidFill>
                  <a:schemeClr val="accent3">
                    <a:lumMod val="75000"/>
                  </a:schemeClr>
                </a:solidFill>
              </a:rPr>
              <a:t>多源数据融合</a:t>
            </a:r>
            <a:endParaRPr kumimoji="0" lang="zh-CN" altLang="en-US" sz="3200" b="0" i="1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627A7C6-2922-C504-A478-94E21D9F9F61}"/>
              </a:ext>
            </a:extLst>
          </p:cNvPr>
          <p:cNvSpPr/>
          <p:nvPr/>
        </p:nvSpPr>
        <p:spPr>
          <a:xfrm flipH="1">
            <a:off x="7387770" y="3735853"/>
            <a:ext cx="4775202" cy="1660618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blipFill dpi="0" rotWithShape="0"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B2176A-75FC-EE19-9EAA-2BBD2057DDE0}"/>
              </a:ext>
            </a:extLst>
          </p:cNvPr>
          <p:cNvCxnSpPr>
            <a:cxnSpLocks/>
          </p:cNvCxnSpPr>
          <p:nvPr/>
        </p:nvCxnSpPr>
        <p:spPr>
          <a:xfrm>
            <a:off x="7467600" y="1885127"/>
            <a:ext cx="4724400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4440053-8723-4969-F05A-3AB08365E7ED}"/>
              </a:ext>
            </a:extLst>
          </p:cNvPr>
          <p:cNvSpPr txBox="1"/>
          <p:nvPr/>
        </p:nvSpPr>
        <p:spPr>
          <a:xfrm>
            <a:off x="653141" y="1350663"/>
            <a:ext cx="673191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主数据集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en-US" altLang="zh-CN" sz="2800" dirty="0" err="1">
                <a:latin typeface="思源宋体 CN Heavy"/>
                <a:ea typeface="+mj-ea"/>
              </a:rPr>
              <a:t>MovieLens</a:t>
            </a:r>
            <a:endParaRPr lang="en-US" altLang="zh-CN" sz="2800" dirty="0">
              <a:latin typeface="思源宋体 CN Heavy"/>
              <a:ea typeface="+mj-ea"/>
            </a:endParaRPr>
          </a:p>
          <a:p>
            <a:pPr lvl="0">
              <a:defRPr/>
            </a:pPr>
            <a:r>
              <a:rPr lang="zh-CN" altLang="en-US" sz="2400" dirty="0">
                <a:latin typeface="思源宋体 CN Heavy"/>
                <a:ea typeface="+mj-ea"/>
              </a:rPr>
              <a:t>用来获取用户评分、电影类型、用户标签</a:t>
            </a:r>
            <a:endParaRPr kumimoji="0" lang="zh-CN" alt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F208BB-32A4-3EF1-9704-F91587BBF4B3}"/>
              </a:ext>
            </a:extLst>
          </p:cNvPr>
          <p:cNvSpPr txBox="1"/>
          <p:nvPr/>
        </p:nvSpPr>
        <p:spPr>
          <a:xfrm>
            <a:off x="653140" y="2760261"/>
            <a:ext cx="623025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TMDB API:</a:t>
            </a:r>
          </a:p>
          <a:p>
            <a:pPr lvl="0">
              <a:defRPr/>
            </a:pPr>
            <a:r>
              <a:rPr lang="zh-CN" altLang="en-US" sz="2400" dirty="0">
                <a:latin typeface="思源宋体 CN Heavy"/>
                <a:ea typeface="+mj-ea"/>
              </a:rPr>
              <a:t>用来补充</a:t>
            </a:r>
            <a:r>
              <a:rPr lang="zh-CN" altLang="zh-CN" sz="2400" dirty="0"/>
              <a:t>电影详情、预算、票房、热度、海报、语言</a:t>
            </a:r>
            <a:endParaRPr kumimoji="0" lang="zh-CN" altLang="en-US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0FCAF77-0472-694D-3870-ECB2E5019730}"/>
              </a:ext>
            </a:extLst>
          </p:cNvPr>
          <p:cNvCxnSpPr>
            <a:cxnSpLocks/>
          </p:cNvCxnSpPr>
          <p:nvPr/>
        </p:nvCxnSpPr>
        <p:spPr>
          <a:xfrm>
            <a:off x="621390" y="4022145"/>
            <a:ext cx="623025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1D25920-1D48-A5CD-7B53-57A5AF0663B0}"/>
              </a:ext>
            </a:extLst>
          </p:cNvPr>
          <p:cNvSpPr txBox="1"/>
          <p:nvPr/>
        </p:nvSpPr>
        <p:spPr>
          <a:xfrm>
            <a:off x="621390" y="4752874"/>
            <a:ext cx="59381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IMDB </a:t>
            </a: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回退匹配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</a:t>
            </a:r>
          </a:p>
          <a:p>
            <a:pPr lvl="0">
              <a:defRPr/>
            </a:pPr>
            <a:r>
              <a:rPr lang="zh-CN" altLang="en-US" sz="2400" dirty="0">
                <a:latin typeface="+mn-ea"/>
              </a:rPr>
              <a:t>当</a:t>
            </a:r>
            <a:r>
              <a:rPr lang="zh-CN" altLang="zh-CN" sz="2400" dirty="0">
                <a:latin typeface="+mn-ea"/>
              </a:rPr>
              <a:t>TMD</a:t>
            </a:r>
            <a:r>
              <a:rPr lang="en-US" altLang="zh-CN" sz="2400" dirty="0">
                <a:latin typeface="+mn-ea"/>
              </a:rPr>
              <a:t>B</a:t>
            </a:r>
            <a:r>
              <a:rPr lang="zh-CN" altLang="zh-CN" sz="2400" dirty="0">
                <a:latin typeface="+mn-ea"/>
              </a:rPr>
              <a:t> </a:t>
            </a:r>
            <a:r>
              <a:rPr lang="zh-CN" altLang="zh-CN" sz="2400" dirty="0"/>
              <a:t>缺失时通过 IMD</a:t>
            </a:r>
            <a:r>
              <a:rPr lang="en-US" altLang="zh-CN" sz="2400" dirty="0"/>
              <a:t>B</a:t>
            </a:r>
            <a:r>
              <a:rPr lang="zh-CN" altLang="zh-CN" sz="2400" dirty="0"/>
              <a:t> 补齐预算/票房</a:t>
            </a:r>
            <a:endParaRPr kumimoji="0" lang="zh-CN" alt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B15D29F-4E4B-CCA7-66B5-CB7A68DAE846}"/>
              </a:ext>
            </a:extLst>
          </p:cNvPr>
          <p:cNvCxnSpPr>
            <a:cxnSpLocks/>
          </p:cNvCxnSpPr>
          <p:nvPr/>
        </p:nvCxnSpPr>
        <p:spPr>
          <a:xfrm flipV="1">
            <a:off x="653140" y="5645427"/>
            <a:ext cx="5804810" cy="1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91CD92-6092-B8DB-2E30-77DAE4A0F16A}"/>
              </a:ext>
            </a:extLst>
          </p:cNvPr>
          <p:cNvCxnSpPr>
            <a:cxnSpLocks/>
          </p:cNvCxnSpPr>
          <p:nvPr/>
        </p:nvCxnSpPr>
        <p:spPr>
          <a:xfrm>
            <a:off x="589642" y="2216243"/>
            <a:ext cx="655410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6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9A1B-82FF-39E0-E4EE-EEE2BC0E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620A07-AAE1-99F2-A323-B251580A19EE}"/>
              </a:ext>
            </a:extLst>
          </p:cNvPr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A3D5E15-933B-955F-C0F1-63A9366D7082}"/>
                </a:ext>
              </a:extLst>
            </p:cNvPr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DFC1C49-8BC3-EC58-3C19-0E56090BAC1C}"/>
                </a:ext>
              </a:extLst>
            </p:cNvPr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B39AB89-CADD-2C6E-2FA6-C219AA852B93}"/>
              </a:ext>
            </a:extLst>
          </p:cNvPr>
          <p:cNvSpPr/>
          <p:nvPr/>
        </p:nvSpPr>
        <p:spPr>
          <a:xfrm flipH="1">
            <a:off x="-1" y="1030514"/>
            <a:ext cx="653143" cy="5109030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A251AA-7778-EAE1-3EC9-4331B0F2CC5B}"/>
              </a:ext>
            </a:extLst>
          </p:cNvPr>
          <p:cNvSpPr txBox="1"/>
          <p:nvPr/>
        </p:nvSpPr>
        <p:spPr>
          <a:xfrm>
            <a:off x="7193645" y="1350663"/>
            <a:ext cx="4998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zh-CN" sz="3200" b="1" dirty="0">
                <a:solidFill>
                  <a:schemeClr val="accent3">
                    <a:lumMod val="75000"/>
                  </a:schemeClr>
                </a:solidFill>
              </a:rPr>
              <a:t>ETL</a:t>
            </a:r>
            <a:r>
              <a:rPr lang="zh-CN" altLang="en-US" sz="3200" b="1" dirty="0">
                <a:solidFill>
                  <a:schemeClr val="accent3">
                    <a:lumMod val="75000"/>
                  </a:schemeClr>
                </a:solidFill>
              </a:rPr>
              <a:t>清洗流水线</a:t>
            </a:r>
            <a:endParaRPr kumimoji="0" lang="zh-CN" altLang="en-US" sz="3200" b="0" i="1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54A370-A9EB-7963-D184-5AE8FB6F1587}"/>
              </a:ext>
            </a:extLst>
          </p:cNvPr>
          <p:cNvSpPr/>
          <p:nvPr/>
        </p:nvSpPr>
        <p:spPr>
          <a:xfrm flipH="1">
            <a:off x="7387770" y="3735853"/>
            <a:ext cx="4775202" cy="1660618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blipFill dpi="0" rotWithShape="0"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2CBF588-AB0F-5597-23C9-3B9AE70EBB77}"/>
              </a:ext>
            </a:extLst>
          </p:cNvPr>
          <p:cNvCxnSpPr>
            <a:cxnSpLocks/>
          </p:cNvCxnSpPr>
          <p:nvPr/>
        </p:nvCxnSpPr>
        <p:spPr>
          <a:xfrm>
            <a:off x="7467600" y="1885127"/>
            <a:ext cx="4724400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5B1EA44-2454-1F0A-99BD-25E1705E2010}"/>
              </a:ext>
            </a:extLst>
          </p:cNvPr>
          <p:cNvSpPr txBox="1"/>
          <p:nvPr/>
        </p:nvSpPr>
        <p:spPr>
          <a:xfrm>
            <a:off x="653141" y="1350663"/>
            <a:ext cx="6731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主数据集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 </a:t>
            </a:r>
            <a:r>
              <a:rPr lang="en-US" altLang="zh-CN" sz="2800" dirty="0" err="1">
                <a:latin typeface="思源宋体 CN Heavy"/>
                <a:ea typeface="+mj-ea"/>
              </a:rPr>
              <a:t>MovieLens</a:t>
            </a:r>
            <a:endParaRPr lang="en-US" altLang="zh-CN" sz="2800" dirty="0">
              <a:latin typeface="思源宋体 CN Heavy"/>
              <a:ea typeface="+mj-ea"/>
            </a:endParaRPr>
          </a:p>
          <a:p>
            <a:pPr lvl="0">
              <a:defRPr/>
            </a:pPr>
            <a:r>
              <a:rPr lang="zh-CN" altLang="en-US" sz="2000" dirty="0">
                <a:latin typeface="思源宋体 CN Heavy"/>
                <a:ea typeface="+mj-ea"/>
              </a:rPr>
              <a:t>用来获取用户评分、电影类型、用户标签</a:t>
            </a:r>
            <a:endParaRPr kumimoji="0" lang="zh-CN" altLang="en-US" sz="20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71E26A-EF78-34B3-E487-89DFF689A78B}"/>
              </a:ext>
            </a:extLst>
          </p:cNvPr>
          <p:cNvSpPr txBox="1"/>
          <p:nvPr/>
        </p:nvSpPr>
        <p:spPr>
          <a:xfrm>
            <a:off x="589642" y="2836871"/>
            <a:ext cx="6122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TMDB API:</a:t>
            </a:r>
          </a:p>
          <a:p>
            <a:pPr lvl="0">
              <a:defRPr/>
            </a:pPr>
            <a:r>
              <a:rPr lang="zh-CN" altLang="en-US" sz="2000" dirty="0">
                <a:latin typeface="思源宋体 CN Heavy"/>
                <a:ea typeface="+mj-ea"/>
              </a:rPr>
              <a:t>用来补充</a:t>
            </a:r>
            <a:r>
              <a:rPr lang="zh-CN" altLang="zh-CN" sz="2000" dirty="0"/>
              <a:t>电影详情、预算、票房、热度、海报、语言</a:t>
            </a:r>
            <a:endParaRPr kumimoji="0" lang="zh-CN" altLang="en-US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438FE2-3AE2-857B-91C7-10C83B50C62D}"/>
              </a:ext>
            </a:extLst>
          </p:cNvPr>
          <p:cNvCxnSpPr>
            <a:cxnSpLocks/>
          </p:cNvCxnSpPr>
          <p:nvPr/>
        </p:nvCxnSpPr>
        <p:spPr>
          <a:xfrm>
            <a:off x="589642" y="3735853"/>
            <a:ext cx="623025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5E6023A-0F57-FAD7-AC6E-AE79D157A5CD}"/>
              </a:ext>
            </a:extLst>
          </p:cNvPr>
          <p:cNvSpPr txBox="1"/>
          <p:nvPr/>
        </p:nvSpPr>
        <p:spPr>
          <a:xfrm>
            <a:off x="653141" y="4566162"/>
            <a:ext cx="56085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IMDB </a:t>
            </a: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回退匹配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</a:t>
            </a:r>
          </a:p>
          <a:p>
            <a:pPr lvl="0">
              <a:defRPr/>
            </a:pPr>
            <a:r>
              <a:rPr lang="zh-CN" altLang="en-US" sz="2000" dirty="0">
                <a:latin typeface="+mn-ea"/>
              </a:rPr>
              <a:t>当</a:t>
            </a:r>
            <a:r>
              <a:rPr lang="zh-CN" altLang="zh-CN" sz="2000" dirty="0">
                <a:latin typeface="+mn-ea"/>
              </a:rPr>
              <a:t>TMD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zh-CN" sz="2000" dirty="0">
                <a:latin typeface="+mn-ea"/>
              </a:rPr>
              <a:t> </a:t>
            </a:r>
            <a:r>
              <a:rPr lang="zh-CN" altLang="zh-CN" sz="2000" dirty="0"/>
              <a:t>缺失时通过 IMD</a:t>
            </a:r>
            <a:r>
              <a:rPr lang="en-US" altLang="zh-CN" sz="2000" dirty="0"/>
              <a:t>B</a:t>
            </a:r>
            <a:r>
              <a:rPr lang="zh-CN" altLang="zh-CN" sz="2000" dirty="0"/>
              <a:t> 补齐预算/票房</a:t>
            </a:r>
            <a:endParaRPr kumimoji="0" lang="zh-CN" altLang="en-US" sz="20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D3820E8-4F4A-7FA4-9245-FC687007B699}"/>
              </a:ext>
            </a:extLst>
          </p:cNvPr>
          <p:cNvCxnSpPr>
            <a:cxnSpLocks/>
          </p:cNvCxnSpPr>
          <p:nvPr/>
        </p:nvCxnSpPr>
        <p:spPr>
          <a:xfrm>
            <a:off x="653140" y="5397159"/>
            <a:ext cx="544285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0C51125-FC85-821E-8E3B-3C42F2E8A96A}"/>
              </a:ext>
            </a:extLst>
          </p:cNvPr>
          <p:cNvCxnSpPr>
            <a:cxnSpLocks/>
          </p:cNvCxnSpPr>
          <p:nvPr/>
        </p:nvCxnSpPr>
        <p:spPr>
          <a:xfrm>
            <a:off x="589642" y="2216243"/>
            <a:ext cx="655410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8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ADA6-DD88-7CC6-7B5B-9B620A38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B4B874E-854C-10A7-3A2A-7680A24E3F85}"/>
              </a:ext>
            </a:extLst>
          </p:cNvPr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39F3AB-EAC4-E090-6E5C-EB425742A18F}"/>
                </a:ext>
              </a:extLst>
            </p:cNvPr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881692C-DFED-0D55-8008-6166B05C8F93}"/>
                </a:ext>
              </a:extLst>
            </p:cNvPr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A1F7443-92C1-CD39-C469-BA023653B39D}"/>
              </a:ext>
            </a:extLst>
          </p:cNvPr>
          <p:cNvSpPr/>
          <p:nvPr/>
        </p:nvSpPr>
        <p:spPr>
          <a:xfrm flipH="1">
            <a:off x="-1" y="1030514"/>
            <a:ext cx="653143" cy="5109030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5219A8-CAAA-2714-62AE-64DAB418E215}"/>
              </a:ext>
            </a:extLst>
          </p:cNvPr>
          <p:cNvSpPr txBox="1"/>
          <p:nvPr/>
        </p:nvSpPr>
        <p:spPr>
          <a:xfrm>
            <a:off x="7193645" y="1350663"/>
            <a:ext cx="4998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kumimoji="0" lang="zh-CN" alt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数据统计特征</a:t>
            </a:r>
            <a:endParaRPr kumimoji="0" lang="zh-CN" altLang="en-US" sz="3200" b="0" i="1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6554395-5905-8CF7-056D-11998141133E}"/>
              </a:ext>
            </a:extLst>
          </p:cNvPr>
          <p:cNvSpPr/>
          <p:nvPr/>
        </p:nvSpPr>
        <p:spPr>
          <a:xfrm flipH="1">
            <a:off x="7387770" y="3735853"/>
            <a:ext cx="4775202" cy="1660618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blipFill dpi="0" rotWithShape="0"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FE7B396-C866-6E50-5495-5C5D4A27E547}"/>
              </a:ext>
            </a:extLst>
          </p:cNvPr>
          <p:cNvCxnSpPr>
            <a:cxnSpLocks/>
          </p:cNvCxnSpPr>
          <p:nvPr/>
        </p:nvCxnSpPr>
        <p:spPr>
          <a:xfrm>
            <a:off x="7467600" y="1885127"/>
            <a:ext cx="4724400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F277871-FBD3-5042-0635-A85CBA0283B2}"/>
              </a:ext>
            </a:extLst>
          </p:cNvPr>
          <p:cNvSpPr txBox="1"/>
          <p:nvPr/>
        </p:nvSpPr>
        <p:spPr>
          <a:xfrm>
            <a:off x="653141" y="1350663"/>
            <a:ext cx="673191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评分跨度总结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latin typeface="思源宋体 CN Heavy"/>
                <a:ea typeface="+mj-ea"/>
              </a:rPr>
              <a:t>评分跨度大</a:t>
            </a:r>
            <a:r>
              <a:rPr lang="en-US" altLang="zh-CN" sz="2400" dirty="0">
                <a:latin typeface="思源宋体 CN Heavy"/>
                <a:ea typeface="+mj-ea"/>
              </a:rPr>
              <a:t>(0.5~5.0</a:t>
            </a:r>
            <a:r>
              <a:rPr lang="zh-CN" altLang="en-US" sz="2400" dirty="0">
                <a:latin typeface="思源宋体 CN Heavy"/>
                <a:ea typeface="+mj-ea"/>
              </a:rPr>
              <a:t>，均分</a:t>
            </a:r>
            <a:r>
              <a:rPr lang="en-US" altLang="zh-CN" sz="2400" dirty="0">
                <a:latin typeface="思源宋体 CN Heavy"/>
                <a:ea typeface="+mj-ea"/>
              </a:rPr>
              <a:t>3.5)</a:t>
            </a:r>
            <a:endParaRPr kumimoji="0" lang="zh-CN" alt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62D57A-27BD-452D-4D00-DF11E5C34017}"/>
              </a:ext>
            </a:extLst>
          </p:cNvPr>
          <p:cNvSpPr txBox="1"/>
          <p:nvPr/>
        </p:nvSpPr>
        <p:spPr>
          <a:xfrm>
            <a:off x="670678" y="2771031"/>
            <a:ext cx="612230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电影类型总结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</a:t>
            </a:r>
          </a:p>
          <a:p>
            <a:pPr lvl="0">
              <a:defRPr/>
            </a:pPr>
            <a:r>
              <a:rPr lang="zh-CN" altLang="en-US" sz="2400" dirty="0">
                <a:latin typeface="思源宋体 CN Heavy"/>
                <a:ea typeface="+mj-ea"/>
              </a:rPr>
              <a:t>共统计出</a:t>
            </a:r>
            <a:r>
              <a:rPr lang="en-US" altLang="zh-CN" sz="2400" dirty="0">
                <a:latin typeface="思源宋体 CN Heavy"/>
                <a:ea typeface="+mj-ea"/>
              </a:rPr>
              <a:t>19</a:t>
            </a:r>
            <a:r>
              <a:rPr lang="zh-CN" altLang="en-US" sz="2400" dirty="0">
                <a:latin typeface="思源宋体 CN Heavy"/>
                <a:ea typeface="+mj-ea"/>
              </a:rPr>
              <a:t>种电影类型，</a:t>
            </a:r>
            <a:r>
              <a:rPr lang="en-US" altLang="zh-CN" sz="2400" dirty="0">
                <a:latin typeface="思源宋体 CN Heavy"/>
                <a:ea typeface="+mj-ea"/>
              </a:rPr>
              <a:t>Drama</a:t>
            </a:r>
            <a:r>
              <a:rPr lang="zh-CN" altLang="en-US" sz="2400" dirty="0">
                <a:latin typeface="思源宋体 CN Heavy"/>
                <a:ea typeface="+mj-ea"/>
              </a:rPr>
              <a:t>和</a:t>
            </a:r>
            <a:r>
              <a:rPr lang="en-US" altLang="zh-CN" sz="2400" dirty="0">
                <a:latin typeface="思源宋体 CN Heavy"/>
                <a:ea typeface="+mj-ea"/>
              </a:rPr>
              <a:t>Comedy</a:t>
            </a:r>
            <a:r>
              <a:rPr lang="zh-CN" altLang="en-US" sz="2400" dirty="0">
                <a:latin typeface="思源宋体 CN Heavy"/>
                <a:ea typeface="+mj-ea"/>
              </a:rPr>
              <a:t>的占比最高</a:t>
            </a:r>
            <a:endParaRPr kumimoji="0" lang="zh-CN" altLang="en-US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1445DA4-BE93-A7FC-1598-0AAF2F075786}"/>
              </a:ext>
            </a:extLst>
          </p:cNvPr>
          <p:cNvCxnSpPr>
            <a:cxnSpLocks/>
          </p:cNvCxnSpPr>
          <p:nvPr/>
        </p:nvCxnSpPr>
        <p:spPr>
          <a:xfrm>
            <a:off x="653140" y="4032915"/>
            <a:ext cx="6058810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B520C03-A14E-8079-2F36-F3DB1A8B2D3A}"/>
              </a:ext>
            </a:extLst>
          </p:cNvPr>
          <p:cNvSpPr txBox="1"/>
          <p:nvPr/>
        </p:nvSpPr>
        <p:spPr>
          <a:xfrm>
            <a:off x="639536" y="4614786"/>
            <a:ext cx="584381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数据质量评价</a:t>
            </a:r>
            <a:r>
              <a:rPr lang="en-US" altLang="zh-CN" sz="2800" i="1" dirty="0">
                <a:solidFill>
                  <a:schemeClr val="accent3">
                    <a:lumMod val="75000"/>
                  </a:schemeClr>
                </a:solidFill>
                <a:latin typeface="思源宋体 CN Heavy"/>
                <a:ea typeface="+mj-ea"/>
              </a:rPr>
              <a:t>:</a:t>
            </a:r>
          </a:p>
          <a:p>
            <a:pPr lvl="0">
              <a:defRPr/>
            </a:pPr>
            <a:r>
              <a:rPr lang="zh-CN" altLang="en-US" sz="2400" dirty="0">
                <a:latin typeface="+mn-ea"/>
              </a:rPr>
              <a:t>评分矩阵稀疏度</a:t>
            </a:r>
            <a:r>
              <a:rPr lang="en-US" altLang="zh-CN" sz="2400" dirty="0">
                <a:latin typeface="+mn-ea"/>
              </a:rPr>
              <a:t>98.3%</a:t>
            </a:r>
            <a:r>
              <a:rPr lang="zh-CN" altLang="en-US" sz="2400" dirty="0">
                <a:latin typeface="+mn-ea"/>
              </a:rPr>
              <a:t>，适用于推荐场景</a:t>
            </a:r>
            <a:endParaRPr kumimoji="0" lang="zh-CN" alt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宋体 CN Heavy"/>
              <a:ea typeface="+mj-ea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F2F41D0-4EB3-78F1-7E67-C86DC33BA703}"/>
              </a:ext>
            </a:extLst>
          </p:cNvPr>
          <p:cNvCxnSpPr>
            <a:cxnSpLocks/>
          </p:cNvCxnSpPr>
          <p:nvPr/>
        </p:nvCxnSpPr>
        <p:spPr>
          <a:xfrm>
            <a:off x="639537" y="5594009"/>
            <a:ext cx="5843813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52C4E9E-BB86-BAED-C1F0-62BEF3BD762B}"/>
              </a:ext>
            </a:extLst>
          </p:cNvPr>
          <p:cNvCxnSpPr>
            <a:cxnSpLocks/>
          </p:cNvCxnSpPr>
          <p:nvPr/>
        </p:nvCxnSpPr>
        <p:spPr>
          <a:xfrm>
            <a:off x="639537" y="2236958"/>
            <a:ext cx="6135913" cy="6257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20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直接连接符 387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矩形 389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91" name="任意多边形: 形状 390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2" name="任意多边形: 形状 391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393" name="图形 3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394" name="图形 3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 rot="5400000">
            <a:off x="9774236" y="1434142"/>
            <a:ext cx="3449086" cy="580802"/>
          </a:xfrm>
          <a:custGeom>
            <a:avLst/>
            <a:gdLst/>
            <a:ahLst/>
            <a:cxnLst/>
            <a:rect l="l" t="t" r="r" b="b"/>
            <a:pathLst>
              <a:path w="3449086" h="580802">
                <a:moveTo>
                  <a:pt x="2997393" y="569268"/>
                </a:moveTo>
                <a:lnTo>
                  <a:pt x="2997393" y="543223"/>
                </a:lnTo>
                <a:lnTo>
                  <a:pt x="3065854" y="536526"/>
                </a:lnTo>
                <a:cubicBezTo>
                  <a:pt x="3067094" y="498079"/>
                  <a:pt x="3067777" y="459259"/>
                  <a:pt x="3067900" y="420068"/>
                </a:cubicBezTo>
                <a:cubicBezTo>
                  <a:pt x="3068024" y="380876"/>
                  <a:pt x="3068086" y="341437"/>
                  <a:pt x="3068086" y="301749"/>
                </a:cubicBezTo>
                <a:lnTo>
                  <a:pt x="3068086" y="268263"/>
                </a:lnTo>
                <a:cubicBezTo>
                  <a:pt x="3068086" y="228576"/>
                  <a:pt x="3068025" y="189074"/>
                  <a:pt x="3067900" y="149759"/>
                </a:cubicBezTo>
                <a:cubicBezTo>
                  <a:pt x="3067777" y="110443"/>
                  <a:pt x="3067095" y="71190"/>
                  <a:pt x="3065854" y="31998"/>
                </a:cubicBezTo>
                <a:lnTo>
                  <a:pt x="2997393" y="26045"/>
                </a:lnTo>
                <a:lnTo>
                  <a:pt x="2997393" y="0"/>
                </a:lnTo>
                <a:lnTo>
                  <a:pt x="3433087" y="0"/>
                </a:lnTo>
                <a:lnTo>
                  <a:pt x="3432343" y="151805"/>
                </a:lnTo>
                <a:lnTo>
                  <a:pt x="3388439" y="151805"/>
                </a:lnTo>
                <a:lnTo>
                  <a:pt x="3353092" y="29766"/>
                </a:lnTo>
                <a:lnTo>
                  <a:pt x="3198683" y="29766"/>
                </a:lnTo>
                <a:cubicBezTo>
                  <a:pt x="3197939" y="67965"/>
                  <a:pt x="3197505" y="106661"/>
                  <a:pt x="3197381" y="145852"/>
                </a:cubicBezTo>
                <a:cubicBezTo>
                  <a:pt x="3197257" y="185043"/>
                  <a:pt x="3197195" y="224855"/>
                  <a:pt x="3197195" y="265287"/>
                </a:cubicBezTo>
                <a:lnTo>
                  <a:pt x="3300630" y="265287"/>
                </a:lnTo>
                <a:lnTo>
                  <a:pt x="3312165" y="180827"/>
                </a:lnTo>
                <a:lnTo>
                  <a:pt x="3350116" y="180827"/>
                </a:lnTo>
                <a:lnTo>
                  <a:pt x="3350116" y="373559"/>
                </a:lnTo>
                <a:lnTo>
                  <a:pt x="3312165" y="373559"/>
                </a:lnTo>
                <a:lnTo>
                  <a:pt x="3301375" y="292820"/>
                </a:lnTo>
                <a:lnTo>
                  <a:pt x="3197195" y="292820"/>
                </a:lnTo>
                <a:lnTo>
                  <a:pt x="3197195" y="295052"/>
                </a:lnTo>
                <a:cubicBezTo>
                  <a:pt x="3197195" y="337220"/>
                  <a:pt x="3197257" y="378582"/>
                  <a:pt x="3197381" y="419138"/>
                </a:cubicBezTo>
                <a:cubicBezTo>
                  <a:pt x="3197505" y="459693"/>
                  <a:pt x="3197939" y="499815"/>
                  <a:pt x="3198683" y="539502"/>
                </a:cubicBezTo>
                <a:lnTo>
                  <a:pt x="3369835" y="539502"/>
                </a:lnTo>
                <a:lnTo>
                  <a:pt x="3405182" y="411510"/>
                </a:lnTo>
                <a:lnTo>
                  <a:pt x="3447598" y="411510"/>
                </a:lnTo>
                <a:lnTo>
                  <a:pt x="3449086" y="569268"/>
                </a:lnTo>
                <a:close/>
                <a:moveTo>
                  <a:pt x="2483043" y="569268"/>
                </a:moveTo>
                <a:lnTo>
                  <a:pt x="2483043" y="543223"/>
                </a:lnTo>
                <a:lnTo>
                  <a:pt x="2551504" y="536526"/>
                </a:lnTo>
                <a:cubicBezTo>
                  <a:pt x="2552745" y="498079"/>
                  <a:pt x="2553427" y="459259"/>
                  <a:pt x="2553550" y="420068"/>
                </a:cubicBezTo>
                <a:cubicBezTo>
                  <a:pt x="2553675" y="380876"/>
                  <a:pt x="2553736" y="341437"/>
                  <a:pt x="2553736" y="301749"/>
                </a:cubicBezTo>
                <a:lnTo>
                  <a:pt x="2553736" y="268263"/>
                </a:lnTo>
                <a:cubicBezTo>
                  <a:pt x="2553736" y="228576"/>
                  <a:pt x="2553675" y="189074"/>
                  <a:pt x="2553550" y="149759"/>
                </a:cubicBezTo>
                <a:cubicBezTo>
                  <a:pt x="2553427" y="110443"/>
                  <a:pt x="2552745" y="71190"/>
                  <a:pt x="2551504" y="31998"/>
                </a:cubicBezTo>
                <a:lnTo>
                  <a:pt x="2483043" y="26045"/>
                </a:lnTo>
                <a:lnTo>
                  <a:pt x="2483043" y="0"/>
                </a:lnTo>
                <a:lnTo>
                  <a:pt x="2918737" y="0"/>
                </a:lnTo>
                <a:lnTo>
                  <a:pt x="2917993" y="151805"/>
                </a:lnTo>
                <a:lnTo>
                  <a:pt x="2874089" y="151805"/>
                </a:lnTo>
                <a:lnTo>
                  <a:pt x="2838742" y="29766"/>
                </a:lnTo>
                <a:lnTo>
                  <a:pt x="2684333" y="29766"/>
                </a:lnTo>
                <a:cubicBezTo>
                  <a:pt x="2683589" y="67965"/>
                  <a:pt x="2683155" y="106661"/>
                  <a:pt x="2683031" y="145852"/>
                </a:cubicBezTo>
                <a:cubicBezTo>
                  <a:pt x="2682907" y="185043"/>
                  <a:pt x="2682845" y="224855"/>
                  <a:pt x="2682845" y="265287"/>
                </a:cubicBezTo>
                <a:lnTo>
                  <a:pt x="2786280" y="265287"/>
                </a:lnTo>
                <a:lnTo>
                  <a:pt x="2797815" y="180827"/>
                </a:lnTo>
                <a:lnTo>
                  <a:pt x="2835766" y="180827"/>
                </a:lnTo>
                <a:lnTo>
                  <a:pt x="2835766" y="373559"/>
                </a:lnTo>
                <a:lnTo>
                  <a:pt x="2797815" y="373559"/>
                </a:lnTo>
                <a:lnTo>
                  <a:pt x="2787025" y="292820"/>
                </a:lnTo>
                <a:lnTo>
                  <a:pt x="2682845" y="292820"/>
                </a:lnTo>
                <a:lnTo>
                  <a:pt x="2682845" y="295052"/>
                </a:lnTo>
                <a:cubicBezTo>
                  <a:pt x="2682845" y="337220"/>
                  <a:pt x="2682907" y="378582"/>
                  <a:pt x="2683031" y="419138"/>
                </a:cubicBezTo>
                <a:cubicBezTo>
                  <a:pt x="2683155" y="459693"/>
                  <a:pt x="2683589" y="499815"/>
                  <a:pt x="2684333" y="539502"/>
                </a:cubicBezTo>
                <a:lnTo>
                  <a:pt x="2855485" y="539502"/>
                </a:lnTo>
                <a:lnTo>
                  <a:pt x="2890832" y="411510"/>
                </a:lnTo>
                <a:lnTo>
                  <a:pt x="2933248" y="411510"/>
                </a:lnTo>
                <a:lnTo>
                  <a:pt x="2934736" y="569268"/>
                </a:lnTo>
                <a:close/>
                <a:moveTo>
                  <a:pt x="2088946" y="271984"/>
                </a:moveTo>
                <a:lnTo>
                  <a:pt x="2133967" y="271984"/>
                </a:lnTo>
                <a:cubicBezTo>
                  <a:pt x="2162492" y="271984"/>
                  <a:pt x="2185375" y="266279"/>
                  <a:pt x="2202614" y="254869"/>
                </a:cubicBezTo>
                <a:cubicBezTo>
                  <a:pt x="2219853" y="243458"/>
                  <a:pt x="2232442" y="228142"/>
                  <a:pt x="2240379" y="208918"/>
                </a:cubicBezTo>
                <a:cubicBezTo>
                  <a:pt x="2248316" y="189694"/>
                  <a:pt x="2252285" y="168548"/>
                  <a:pt x="2252285" y="145480"/>
                </a:cubicBezTo>
                <a:cubicBezTo>
                  <a:pt x="2252285" y="107777"/>
                  <a:pt x="2242301" y="78941"/>
                  <a:pt x="2222333" y="58974"/>
                </a:cubicBezTo>
                <a:cubicBezTo>
                  <a:pt x="2202365" y="39006"/>
                  <a:pt x="2173158" y="29022"/>
                  <a:pt x="2134711" y="29022"/>
                </a:cubicBezTo>
                <a:lnTo>
                  <a:pt x="2091179" y="29022"/>
                </a:lnTo>
                <a:cubicBezTo>
                  <a:pt x="2090186" y="67469"/>
                  <a:pt x="2089566" y="106661"/>
                  <a:pt x="2089318" y="146596"/>
                </a:cubicBezTo>
                <a:cubicBezTo>
                  <a:pt x="2089070" y="186532"/>
                  <a:pt x="2088946" y="228328"/>
                  <a:pt x="2088946" y="271984"/>
                </a:cubicBezTo>
                <a:close/>
                <a:moveTo>
                  <a:pt x="1892493" y="569268"/>
                </a:moveTo>
                <a:lnTo>
                  <a:pt x="1892493" y="543223"/>
                </a:lnTo>
                <a:lnTo>
                  <a:pt x="1960954" y="536526"/>
                </a:lnTo>
                <a:cubicBezTo>
                  <a:pt x="1962194" y="498079"/>
                  <a:pt x="1962876" y="459259"/>
                  <a:pt x="1963000" y="420068"/>
                </a:cubicBezTo>
                <a:cubicBezTo>
                  <a:pt x="1963124" y="380876"/>
                  <a:pt x="1963186" y="341437"/>
                  <a:pt x="1963186" y="301749"/>
                </a:cubicBezTo>
                <a:lnTo>
                  <a:pt x="1963186" y="268263"/>
                </a:lnTo>
                <a:cubicBezTo>
                  <a:pt x="1963186" y="228576"/>
                  <a:pt x="1963124" y="189074"/>
                  <a:pt x="1963000" y="149759"/>
                </a:cubicBezTo>
                <a:cubicBezTo>
                  <a:pt x="1962877" y="110443"/>
                  <a:pt x="1962194" y="71190"/>
                  <a:pt x="1960954" y="31998"/>
                </a:cubicBezTo>
                <a:lnTo>
                  <a:pt x="1892493" y="26045"/>
                </a:lnTo>
                <a:lnTo>
                  <a:pt x="1892493" y="0"/>
                </a:lnTo>
                <a:lnTo>
                  <a:pt x="2166709" y="0"/>
                </a:lnTo>
                <a:cubicBezTo>
                  <a:pt x="2233930" y="0"/>
                  <a:pt x="2285276" y="12527"/>
                  <a:pt x="2320746" y="37580"/>
                </a:cubicBezTo>
                <a:cubicBezTo>
                  <a:pt x="2356217" y="62632"/>
                  <a:pt x="2373952" y="97855"/>
                  <a:pt x="2373952" y="143247"/>
                </a:cubicBezTo>
                <a:cubicBezTo>
                  <a:pt x="2373952" y="164083"/>
                  <a:pt x="2368743" y="183989"/>
                  <a:pt x="2358325" y="202965"/>
                </a:cubicBezTo>
                <a:cubicBezTo>
                  <a:pt x="2347907" y="221940"/>
                  <a:pt x="2330854" y="238435"/>
                  <a:pt x="2307165" y="252450"/>
                </a:cubicBezTo>
                <a:cubicBezTo>
                  <a:pt x="2283477" y="266465"/>
                  <a:pt x="2251665" y="276573"/>
                  <a:pt x="2211729" y="282774"/>
                </a:cubicBezTo>
                <a:cubicBezTo>
                  <a:pt x="2244968" y="287239"/>
                  <a:pt x="2270889" y="294990"/>
                  <a:pt x="2289492" y="306028"/>
                </a:cubicBezTo>
                <a:cubicBezTo>
                  <a:pt x="2308096" y="317066"/>
                  <a:pt x="2321800" y="331515"/>
                  <a:pt x="2330606" y="349374"/>
                </a:cubicBezTo>
                <a:cubicBezTo>
                  <a:pt x="2339412" y="367234"/>
                  <a:pt x="2346047" y="388690"/>
                  <a:pt x="2350512" y="413743"/>
                </a:cubicBezTo>
                <a:lnTo>
                  <a:pt x="2375440" y="539502"/>
                </a:lnTo>
                <a:lnTo>
                  <a:pt x="2443529" y="543223"/>
                </a:lnTo>
                <a:lnTo>
                  <a:pt x="2443529" y="569268"/>
                </a:lnTo>
                <a:cubicBezTo>
                  <a:pt x="2427902" y="572989"/>
                  <a:pt x="2413640" y="575841"/>
                  <a:pt x="2400741" y="577826"/>
                </a:cubicBezTo>
                <a:cubicBezTo>
                  <a:pt x="2387843" y="579810"/>
                  <a:pt x="2371843" y="580802"/>
                  <a:pt x="2352744" y="580802"/>
                </a:cubicBezTo>
                <a:cubicBezTo>
                  <a:pt x="2317769" y="580802"/>
                  <a:pt x="2290546" y="574787"/>
                  <a:pt x="2271075" y="562757"/>
                </a:cubicBezTo>
                <a:cubicBezTo>
                  <a:pt x="2251603" y="550727"/>
                  <a:pt x="2240007" y="529332"/>
                  <a:pt x="2236286" y="498575"/>
                </a:cubicBezTo>
                <a:lnTo>
                  <a:pt x="2213962" y="393279"/>
                </a:lnTo>
                <a:cubicBezTo>
                  <a:pt x="2208753" y="362025"/>
                  <a:pt x="2200195" y="338708"/>
                  <a:pt x="2188289" y="323329"/>
                </a:cubicBezTo>
                <a:cubicBezTo>
                  <a:pt x="2176383" y="307951"/>
                  <a:pt x="2155795" y="300261"/>
                  <a:pt x="2126525" y="300261"/>
                </a:cubicBezTo>
                <a:lnTo>
                  <a:pt x="2088946" y="300261"/>
                </a:lnTo>
                <a:cubicBezTo>
                  <a:pt x="2088946" y="340197"/>
                  <a:pt x="2089070" y="379822"/>
                  <a:pt x="2089318" y="419138"/>
                </a:cubicBezTo>
                <a:cubicBezTo>
                  <a:pt x="2089567" y="458453"/>
                  <a:pt x="2090186" y="497582"/>
                  <a:pt x="2091179" y="536526"/>
                </a:cubicBezTo>
                <a:lnTo>
                  <a:pt x="2161500" y="543223"/>
                </a:lnTo>
                <a:lnTo>
                  <a:pt x="2161500" y="569268"/>
                </a:lnTo>
                <a:close/>
                <a:moveTo>
                  <a:pt x="1225743" y="569268"/>
                </a:moveTo>
                <a:lnTo>
                  <a:pt x="1225743" y="543223"/>
                </a:lnTo>
                <a:lnTo>
                  <a:pt x="1293460" y="536526"/>
                </a:lnTo>
                <a:cubicBezTo>
                  <a:pt x="1293956" y="498079"/>
                  <a:pt x="1294204" y="459259"/>
                  <a:pt x="1294204" y="420068"/>
                </a:cubicBezTo>
                <a:cubicBezTo>
                  <a:pt x="1294204" y="380876"/>
                  <a:pt x="1294204" y="341437"/>
                  <a:pt x="1294204" y="301749"/>
                </a:cubicBezTo>
                <a:lnTo>
                  <a:pt x="1294204" y="268263"/>
                </a:lnTo>
                <a:cubicBezTo>
                  <a:pt x="1294204" y="228576"/>
                  <a:pt x="1294204" y="189136"/>
                  <a:pt x="1294204" y="149945"/>
                </a:cubicBezTo>
                <a:cubicBezTo>
                  <a:pt x="1294204" y="110753"/>
                  <a:pt x="1293956" y="71686"/>
                  <a:pt x="1293460" y="32743"/>
                </a:cubicBezTo>
                <a:lnTo>
                  <a:pt x="1225743" y="26045"/>
                </a:lnTo>
                <a:lnTo>
                  <a:pt x="1225743" y="0"/>
                </a:lnTo>
                <a:lnTo>
                  <a:pt x="1489541" y="0"/>
                </a:lnTo>
                <a:lnTo>
                  <a:pt x="1489541" y="26045"/>
                </a:lnTo>
                <a:lnTo>
                  <a:pt x="1426289" y="31998"/>
                </a:lnTo>
                <a:cubicBezTo>
                  <a:pt x="1425049" y="70198"/>
                  <a:pt x="1424304" y="108831"/>
                  <a:pt x="1424057" y="147898"/>
                </a:cubicBezTo>
                <a:cubicBezTo>
                  <a:pt x="1423808" y="186966"/>
                  <a:pt x="1423684" y="226095"/>
                  <a:pt x="1423684" y="265287"/>
                </a:cubicBezTo>
                <a:lnTo>
                  <a:pt x="1628695" y="265287"/>
                </a:lnTo>
                <a:cubicBezTo>
                  <a:pt x="1628695" y="226343"/>
                  <a:pt x="1628633" y="187338"/>
                  <a:pt x="1628509" y="148270"/>
                </a:cubicBezTo>
                <a:cubicBezTo>
                  <a:pt x="1628385" y="109203"/>
                  <a:pt x="1627703" y="70446"/>
                  <a:pt x="1626463" y="31998"/>
                </a:cubicBezTo>
                <a:lnTo>
                  <a:pt x="1562467" y="26045"/>
                </a:lnTo>
                <a:lnTo>
                  <a:pt x="1562467" y="0"/>
                </a:lnTo>
                <a:lnTo>
                  <a:pt x="1826265" y="0"/>
                </a:lnTo>
                <a:lnTo>
                  <a:pt x="1826265" y="26045"/>
                </a:lnTo>
                <a:lnTo>
                  <a:pt x="1759292" y="31998"/>
                </a:lnTo>
                <a:cubicBezTo>
                  <a:pt x="1758300" y="70942"/>
                  <a:pt x="1757741" y="110133"/>
                  <a:pt x="1757618" y="149573"/>
                </a:cubicBezTo>
                <a:cubicBezTo>
                  <a:pt x="1757494" y="189012"/>
                  <a:pt x="1757432" y="228576"/>
                  <a:pt x="1757432" y="268263"/>
                </a:cubicBezTo>
                <a:lnTo>
                  <a:pt x="1757432" y="301749"/>
                </a:lnTo>
                <a:cubicBezTo>
                  <a:pt x="1757432" y="340693"/>
                  <a:pt x="1757493" y="379760"/>
                  <a:pt x="1757618" y="418952"/>
                </a:cubicBezTo>
                <a:cubicBezTo>
                  <a:pt x="1757741" y="458143"/>
                  <a:pt x="1758300" y="497334"/>
                  <a:pt x="1759292" y="536526"/>
                </a:cubicBezTo>
                <a:lnTo>
                  <a:pt x="1826265" y="543223"/>
                </a:lnTo>
                <a:lnTo>
                  <a:pt x="1826265" y="569268"/>
                </a:lnTo>
                <a:lnTo>
                  <a:pt x="1562467" y="569268"/>
                </a:lnTo>
                <a:lnTo>
                  <a:pt x="1562467" y="543223"/>
                </a:lnTo>
                <a:lnTo>
                  <a:pt x="1626463" y="536526"/>
                </a:lnTo>
                <a:cubicBezTo>
                  <a:pt x="1627703" y="498823"/>
                  <a:pt x="1628385" y="459941"/>
                  <a:pt x="1628509" y="419882"/>
                </a:cubicBezTo>
                <a:cubicBezTo>
                  <a:pt x="1628633" y="379822"/>
                  <a:pt x="1628695" y="337964"/>
                  <a:pt x="1628695" y="294308"/>
                </a:cubicBezTo>
                <a:lnTo>
                  <a:pt x="1423684" y="294308"/>
                </a:lnTo>
                <a:cubicBezTo>
                  <a:pt x="1423684" y="337220"/>
                  <a:pt x="1423808" y="378706"/>
                  <a:pt x="1424057" y="418766"/>
                </a:cubicBezTo>
                <a:cubicBezTo>
                  <a:pt x="1424305" y="458825"/>
                  <a:pt x="1425049" y="498327"/>
                  <a:pt x="1426289" y="537270"/>
                </a:cubicBezTo>
                <a:lnTo>
                  <a:pt x="1489541" y="543223"/>
                </a:lnTo>
                <a:lnTo>
                  <a:pt x="1489541" y="569268"/>
                </a:lnTo>
                <a:close/>
                <a:moveTo>
                  <a:pt x="669051" y="162967"/>
                </a:moveTo>
                <a:lnTo>
                  <a:pt x="672028" y="0"/>
                </a:lnTo>
                <a:lnTo>
                  <a:pt x="1175067" y="0"/>
                </a:lnTo>
                <a:lnTo>
                  <a:pt x="1178044" y="162967"/>
                </a:lnTo>
                <a:lnTo>
                  <a:pt x="1133767" y="162967"/>
                </a:lnTo>
                <a:lnTo>
                  <a:pt x="1095072" y="29766"/>
                </a:lnTo>
                <a:lnTo>
                  <a:pt x="989032" y="29766"/>
                </a:lnTo>
                <a:cubicBezTo>
                  <a:pt x="988288" y="68957"/>
                  <a:pt x="987854" y="108397"/>
                  <a:pt x="987730" y="148084"/>
                </a:cubicBezTo>
                <a:cubicBezTo>
                  <a:pt x="987605" y="187772"/>
                  <a:pt x="987544" y="227831"/>
                  <a:pt x="987544" y="268263"/>
                </a:cubicBezTo>
                <a:lnTo>
                  <a:pt x="987544" y="301005"/>
                </a:lnTo>
                <a:cubicBezTo>
                  <a:pt x="987544" y="339949"/>
                  <a:pt x="987605" y="379078"/>
                  <a:pt x="987730" y="418393"/>
                </a:cubicBezTo>
                <a:cubicBezTo>
                  <a:pt x="987854" y="457709"/>
                  <a:pt x="988288" y="496838"/>
                  <a:pt x="989032" y="535782"/>
                </a:cubicBezTo>
                <a:lnTo>
                  <a:pt x="1066795" y="543223"/>
                </a:lnTo>
                <a:lnTo>
                  <a:pt x="1066795" y="569268"/>
                </a:lnTo>
                <a:lnTo>
                  <a:pt x="780300" y="569268"/>
                </a:lnTo>
                <a:lnTo>
                  <a:pt x="780300" y="543223"/>
                </a:lnTo>
                <a:lnTo>
                  <a:pt x="857319" y="535782"/>
                </a:lnTo>
                <a:cubicBezTo>
                  <a:pt x="858063" y="497582"/>
                  <a:pt x="858497" y="458949"/>
                  <a:pt x="858621" y="419882"/>
                </a:cubicBezTo>
                <a:cubicBezTo>
                  <a:pt x="858745" y="380814"/>
                  <a:pt x="858807" y="341437"/>
                  <a:pt x="858807" y="301749"/>
                </a:cubicBezTo>
                <a:lnTo>
                  <a:pt x="858807" y="268263"/>
                </a:lnTo>
                <a:cubicBezTo>
                  <a:pt x="858807" y="228328"/>
                  <a:pt x="858745" y="188392"/>
                  <a:pt x="858621" y="148456"/>
                </a:cubicBezTo>
                <a:cubicBezTo>
                  <a:pt x="858497" y="108521"/>
                  <a:pt x="858063" y="68957"/>
                  <a:pt x="857319" y="29766"/>
                </a:cubicBezTo>
                <a:lnTo>
                  <a:pt x="752023" y="29766"/>
                </a:lnTo>
                <a:lnTo>
                  <a:pt x="714072" y="162967"/>
                </a:lnTo>
                <a:close/>
                <a:moveTo>
                  <a:pt x="0" y="95042"/>
                </a:moveTo>
                <a:lnTo>
                  <a:pt x="0" y="0"/>
                </a:lnTo>
                <a:lnTo>
                  <a:pt x="441642" y="0"/>
                </a:lnTo>
                <a:lnTo>
                  <a:pt x="444619" y="162967"/>
                </a:lnTo>
                <a:lnTo>
                  <a:pt x="400342" y="162967"/>
                </a:lnTo>
                <a:lnTo>
                  <a:pt x="361647" y="29766"/>
                </a:lnTo>
                <a:lnTo>
                  <a:pt x="255607" y="29766"/>
                </a:lnTo>
                <a:cubicBezTo>
                  <a:pt x="254863" y="68957"/>
                  <a:pt x="254429" y="108397"/>
                  <a:pt x="254305" y="148084"/>
                </a:cubicBezTo>
                <a:cubicBezTo>
                  <a:pt x="254181" y="187772"/>
                  <a:pt x="254119" y="227831"/>
                  <a:pt x="254119" y="268263"/>
                </a:cubicBezTo>
                <a:lnTo>
                  <a:pt x="254119" y="301005"/>
                </a:lnTo>
                <a:cubicBezTo>
                  <a:pt x="254119" y="339949"/>
                  <a:pt x="254181" y="379078"/>
                  <a:pt x="254305" y="418393"/>
                </a:cubicBezTo>
                <a:cubicBezTo>
                  <a:pt x="254429" y="457709"/>
                  <a:pt x="254863" y="496838"/>
                  <a:pt x="255607" y="535782"/>
                </a:cubicBezTo>
                <a:lnTo>
                  <a:pt x="333370" y="543223"/>
                </a:lnTo>
                <a:lnTo>
                  <a:pt x="333370" y="569268"/>
                </a:lnTo>
                <a:lnTo>
                  <a:pt x="46875" y="569268"/>
                </a:lnTo>
                <a:lnTo>
                  <a:pt x="46875" y="543223"/>
                </a:lnTo>
                <a:lnTo>
                  <a:pt x="123894" y="535782"/>
                </a:lnTo>
                <a:cubicBezTo>
                  <a:pt x="124638" y="497582"/>
                  <a:pt x="125072" y="458949"/>
                  <a:pt x="125196" y="419882"/>
                </a:cubicBezTo>
                <a:cubicBezTo>
                  <a:pt x="125320" y="380814"/>
                  <a:pt x="125383" y="341437"/>
                  <a:pt x="125383" y="301749"/>
                </a:cubicBezTo>
                <a:lnTo>
                  <a:pt x="125383" y="268263"/>
                </a:lnTo>
                <a:cubicBezTo>
                  <a:pt x="125383" y="228328"/>
                  <a:pt x="125320" y="188392"/>
                  <a:pt x="125196" y="148456"/>
                </a:cubicBezTo>
                <a:cubicBezTo>
                  <a:pt x="125072" y="108521"/>
                  <a:pt x="124638" y="68957"/>
                  <a:pt x="123894" y="29766"/>
                </a:cubicBezTo>
                <a:lnTo>
                  <a:pt x="18598" y="29766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396" name="任意多边形: 形状 395"/>
          <p:cNvSpPr/>
          <p:nvPr/>
        </p:nvSpPr>
        <p:spPr>
          <a:xfrm>
            <a:off x="0" y="1544077"/>
            <a:ext cx="9160238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7" name="任意多边形: 形状 396"/>
          <p:cNvSpPr/>
          <p:nvPr/>
        </p:nvSpPr>
        <p:spPr>
          <a:xfrm>
            <a:off x="-1" y="1872352"/>
            <a:ext cx="943423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8" name="任意多边形: 形状 397"/>
          <p:cNvSpPr/>
          <p:nvPr/>
        </p:nvSpPr>
        <p:spPr>
          <a:xfrm>
            <a:off x="1117683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9" name="任意多边形: 形状 398"/>
          <p:cNvSpPr/>
          <p:nvPr/>
        </p:nvSpPr>
        <p:spPr>
          <a:xfrm>
            <a:off x="3094661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00" name="任意多边形: 形状 399"/>
          <p:cNvSpPr/>
          <p:nvPr/>
        </p:nvSpPr>
        <p:spPr>
          <a:xfrm>
            <a:off x="5071638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35" name="任意多边形: 形状 434"/>
          <p:cNvSpPr/>
          <p:nvPr/>
        </p:nvSpPr>
        <p:spPr>
          <a:xfrm>
            <a:off x="7042232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440" name="组合 439"/>
          <p:cNvGrpSpPr/>
          <p:nvPr/>
        </p:nvGrpSpPr>
        <p:grpSpPr>
          <a:xfrm>
            <a:off x="200873" y="1663536"/>
            <a:ext cx="5139397" cy="97693"/>
            <a:chOff x="200873" y="972173"/>
            <a:chExt cx="5139397" cy="97693"/>
          </a:xfrm>
        </p:grpSpPr>
        <p:sp>
          <p:nvSpPr>
            <p:cNvPr id="402" name="矩形 401"/>
            <p:cNvSpPr/>
            <p:nvPr/>
          </p:nvSpPr>
          <p:spPr>
            <a:xfrm>
              <a:off x="20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3" name="矩形 402"/>
            <p:cNvSpPr/>
            <p:nvPr/>
          </p:nvSpPr>
          <p:spPr>
            <a:xfrm>
              <a:off x="46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4" name="矩形 403"/>
            <p:cNvSpPr/>
            <p:nvPr/>
          </p:nvSpPr>
          <p:spPr>
            <a:xfrm>
              <a:off x="72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5" name="矩形 404"/>
            <p:cNvSpPr/>
            <p:nvPr/>
          </p:nvSpPr>
          <p:spPr>
            <a:xfrm>
              <a:off x="98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6" name="矩形 405"/>
            <p:cNvSpPr/>
            <p:nvPr/>
          </p:nvSpPr>
          <p:spPr>
            <a:xfrm>
              <a:off x="124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7" name="矩形 406"/>
            <p:cNvSpPr/>
            <p:nvPr/>
          </p:nvSpPr>
          <p:spPr>
            <a:xfrm>
              <a:off x="150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8" name="矩形 407"/>
            <p:cNvSpPr/>
            <p:nvPr/>
          </p:nvSpPr>
          <p:spPr>
            <a:xfrm>
              <a:off x="176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9" name="矩形 408"/>
            <p:cNvSpPr/>
            <p:nvPr/>
          </p:nvSpPr>
          <p:spPr>
            <a:xfrm>
              <a:off x="202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0" name="矩形 409"/>
            <p:cNvSpPr/>
            <p:nvPr/>
          </p:nvSpPr>
          <p:spPr>
            <a:xfrm>
              <a:off x="229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1" name="矩形 410"/>
            <p:cNvSpPr/>
            <p:nvPr/>
          </p:nvSpPr>
          <p:spPr>
            <a:xfrm>
              <a:off x="255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2" name="矩形 411"/>
            <p:cNvSpPr/>
            <p:nvPr/>
          </p:nvSpPr>
          <p:spPr>
            <a:xfrm>
              <a:off x="281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3" name="矩形 412"/>
            <p:cNvSpPr/>
            <p:nvPr/>
          </p:nvSpPr>
          <p:spPr>
            <a:xfrm>
              <a:off x="307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4" name="矩形 413"/>
            <p:cNvSpPr/>
            <p:nvPr/>
          </p:nvSpPr>
          <p:spPr>
            <a:xfrm>
              <a:off x="333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5" name="矩形 414"/>
            <p:cNvSpPr/>
            <p:nvPr/>
          </p:nvSpPr>
          <p:spPr>
            <a:xfrm>
              <a:off x="359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6" name="矩形 415"/>
            <p:cNvSpPr/>
            <p:nvPr/>
          </p:nvSpPr>
          <p:spPr>
            <a:xfrm>
              <a:off x="385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7" name="矩形 416"/>
            <p:cNvSpPr/>
            <p:nvPr/>
          </p:nvSpPr>
          <p:spPr>
            <a:xfrm>
              <a:off x="411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6" name="矩形 435"/>
            <p:cNvSpPr/>
            <p:nvPr/>
          </p:nvSpPr>
          <p:spPr>
            <a:xfrm>
              <a:off x="43817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7" name="矩形 436"/>
            <p:cNvSpPr/>
            <p:nvPr/>
          </p:nvSpPr>
          <p:spPr>
            <a:xfrm>
              <a:off x="46430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8" name="矩形 437"/>
            <p:cNvSpPr/>
            <p:nvPr/>
          </p:nvSpPr>
          <p:spPr>
            <a:xfrm>
              <a:off x="49042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9" name="矩形 438"/>
            <p:cNvSpPr/>
            <p:nvPr/>
          </p:nvSpPr>
          <p:spPr>
            <a:xfrm>
              <a:off x="51655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450" name="组合 449"/>
          <p:cNvGrpSpPr/>
          <p:nvPr/>
        </p:nvGrpSpPr>
        <p:grpSpPr>
          <a:xfrm>
            <a:off x="2379156" y="3223616"/>
            <a:ext cx="6465793" cy="97693"/>
            <a:chOff x="2379156" y="2532253"/>
            <a:chExt cx="6465793" cy="97693"/>
          </a:xfrm>
        </p:grpSpPr>
        <p:sp>
          <p:nvSpPr>
            <p:cNvPr id="419" name="矩形 418"/>
            <p:cNvSpPr/>
            <p:nvPr/>
          </p:nvSpPr>
          <p:spPr>
            <a:xfrm>
              <a:off x="475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0" name="矩形 419"/>
            <p:cNvSpPr/>
            <p:nvPr/>
          </p:nvSpPr>
          <p:spPr>
            <a:xfrm>
              <a:off x="501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1" name="矩形 420"/>
            <p:cNvSpPr/>
            <p:nvPr/>
          </p:nvSpPr>
          <p:spPr>
            <a:xfrm>
              <a:off x="527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2" name="矩形 421"/>
            <p:cNvSpPr/>
            <p:nvPr/>
          </p:nvSpPr>
          <p:spPr>
            <a:xfrm>
              <a:off x="553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3" name="矩形 422"/>
            <p:cNvSpPr/>
            <p:nvPr/>
          </p:nvSpPr>
          <p:spPr>
            <a:xfrm>
              <a:off x="579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4" name="矩形 423"/>
            <p:cNvSpPr/>
            <p:nvPr/>
          </p:nvSpPr>
          <p:spPr>
            <a:xfrm>
              <a:off x="605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631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6" name="矩形 425"/>
            <p:cNvSpPr/>
            <p:nvPr/>
          </p:nvSpPr>
          <p:spPr>
            <a:xfrm>
              <a:off x="658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7" name="矩形 426"/>
            <p:cNvSpPr/>
            <p:nvPr/>
          </p:nvSpPr>
          <p:spPr>
            <a:xfrm>
              <a:off x="684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8" name="矩形 427"/>
            <p:cNvSpPr/>
            <p:nvPr/>
          </p:nvSpPr>
          <p:spPr>
            <a:xfrm>
              <a:off x="710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9" name="矩形 428"/>
            <p:cNvSpPr/>
            <p:nvPr/>
          </p:nvSpPr>
          <p:spPr>
            <a:xfrm>
              <a:off x="736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0" name="矩形 429"/>
            <p:cNvSpPr/>
            <p:nvPr/>
          </p:nvSpPr>
          <p:spPr>
            <a:xfrm>
              <a:off x="762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1" name="矩形 430"/>
            <p:cNvSpPr/>
            <p:nvPr/>
          </p:nvSpPr>
          <p:spPr>
            <a:xfrm>
              <a:off x="788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2" name="矩形 431"/>
            <p:cNvSpPr/>
            <p:nvPr/>
          </p:nvSpPr>
          <p:spPr>
            <a:xfrm>
              <a:off x="814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840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4" name="矩形 433"/>
            <p:cNvSpPr/>
            <p:nvPr/>
          </p:nvSpPr>
          <p:spPr>
            <a:xfrm>
              <a:off x="867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1" name="矩形 440"/>
            <p:cNvSpPr/>
            <p:nvPr/>
          </p:nvSpPr>
          <p:spPr>
            <a:xfrm>
              <a:off x="237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2" name="矩形 441"/>
            <p:cNvSpPr/>
            <p:nvPr/>
          </p:nvSpPr>
          <p:spPr>
            <a:xfrm>
              <a:off x="2640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3" name="矩形 442"/>
            <p:cNvSpPr/>
            <p:nvPr/>
          </p:nvSpPr>
          <p:spPr>
            <a:xfrm>
              <a:off x="2901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4" name="矩形 443"/>
            <p:cNvSpPr/>
            <p:nvPr/>
          </p:nvSpPr>
          <p:spPr>
            <a:xfrm>
              <a:off x="3162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5" name="矩形 444"/>
            <p:cNvSpPr/>
            <p:nvPr/>
          </p:nvSpPr>
          <p:spPr>
            <a:xfrm>
              <a:off x="3424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>
              <a:off x="3685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7" name="矩形 446"/>
            <p:cNvSpPr/>
            <p:nvPr/>
          </p:nvSpPr>
          <p:spPr>
            <a:xfrm>
              <a:off x="3946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8" name="矩形 447"/>
            <p:cNvSpPr/>
            <p:nvPr/>
          </p:nvSpPr>
          <p:spPr>
            <a:xfrm>
              <a:off x="4207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9" name="矩形 448"/>
            <p:cNvSpPr/>
            <p:nvPr/>
          </p:nvSpPr>
          <p:spPr>
            <a:xfrm>
              <a:off x="446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455" name="文本框 454"/>
          <p:cNvSpPr txBox="1"/>
          <p:nvPr/>
        </p:nvSpPr>
        <p:spPr>
          <a:xfrm>
            <a:off x="1070458" y="3760607"/>
            <a:ext cx="1015393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6000" i="1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40000"/>
                    <a:lumOff val="6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The Prediction and Recommendation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40000"/>
                  <a:lumOff val="6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cxnSp>
        <p:nvCxnSpPr>
          <p:cNvPr id="456" name="直接连接符 455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/>
          <p:cNvSpPr txBox="1"/>
          <p:nvPr/>
        </p:nvSpPr>
        <p:spPr>
          <a:xfrm>
            <a:off x="1070458" y="4083773"/>
            <a:ext cx="6554763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3600" i="1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dirty="0">
                <a:solidFill>
                  <a:srgbClr val="000000"/>
                </a:solidFill>
                <a:latin typeface="思源宋体 CN Heavy"/>
              </a:rPr>
              <a:t>预测与推荐</a:t>
            </a:r>
            <a:endParaRPr kumimoji="0" lang="zh-CN" altLang="en-US" sz="4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H="1">
            <a:off x="0" y="0"/>
            <a:ext cx="8215086" cy="1930400"/>
          </a:xfrm>
          <a:custGeom>
            <a:avLst/>
            <a:gdLst>
              <a:gd name="connsiteX0" fmla="*/ 0 w 8215086"/>
              <a:gd name="connsiteY0" fmla="*/ 0 h 1785257"/>
              <a:gd name="connsiteX1" fmla="*/ 8215086 w 8215086"/>
              <a:gd name="connsiteY1" fmla="*/ 0 h 1785257"/>
              <a:gd name="connsiteX2" fmla="*/ 8215086 w 8215086"/>
              <a:gd name="connsiteY2" fmla="*/ 1785257 h 1785257"/>
              <a:gd name="connsiteX3" fmla="*/ 0 w 8215086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5086" h="1785257">
                <a:moveTo>
                  <a:pt x="0" y="0"/>
                </a:moveTo>
                <a:lnTo>
                  <a:pt x="8215086" y="0"/>
                </a:lnTo>
                <a:lnTo>
                  <a:pt x="8215086" y="1785257"/>
                </a:lnTo>
                <a:lnTo>
                  <a:pt x="0" y="1785257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8915" y="5259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复古与现代的融合技巧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28915" y="126050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0" i="1">
                <a:solidFill>
                  <a:schemeClr val="accent3">
                    <a:lumMod val="75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A blend of vintage and modern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20000"/>
                  <a:lumOff val="80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任意多边形: 形状 9"/>
          <p:cNvSpPr/>
          <p:nvPr/>
        </p:nvSpPr>
        <p:spPr>
          <a:xfrm flipH="1">
            <a:off x="7024915" y="0"/>
            <a:ext cx="5167085" cy="1930400"/>
          </a:xfrm>
          <a:custGeom>
            <a:avLst/>
            <a:gdLst>
              <a:gd name="connsiteX0" fmla="*/ 0 w 3976914"/>
              <a:gd name="connsiteY0" fmla="*/ 0 h 1785257"/>
              <a:gd name="connsiteX1" fmla="*/ 3976914 w 3976914"/>
              <a:gd name="connsiteY1" fmla="*/ 0 h 1785257"/>
              <a:gd name="connsiteX2" fmla="*/ 3976914 w 3976914"/>
              <a:gd name="connsiteY2" fmla="*/ 1785257 h 1785257"/>
              <a:gd name="connsiteX3" fmla="*/ 0 w 3976914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6914" h="1785257">
                <a:moveTo>
                  <a:pt x="0" y="0"/>
                </a:moveTo>
                <a:lnTo>
                  <a:pt x="3976914" y="0"/>
                </a:lnTo>
                <a:lnTo>
                  <a:pt x="3976914" y="1785257"/>
                </a:lnTo>
                <a:lnTo>
                  <a:pt x="0" y="1785257"/>
                </a:ln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9389" y="4431989"/>
            <a:ext cx="2545770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将不同时代复古元素拆解，与现代设计元素打乱重组。如把民国旗袍盘扣与现代卫衣廓形结合，既存怀旧感又显新颖，碰撞独特造型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9389" y="3908769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90000"/>
                    <a:lumOff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元素重组法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39389" y="2559770"/>
            <a:ext cx="321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01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8" name="任意多边形: 形状 17"/>
          <p:cNvSpPr/>
          <p:nvPr/>
        </p:nvSpPr>
        <p:spPr>
          <a:xfrm flipH="1">
            <a:off x="909522" y="3622604"/>
            <a:ext cx="1117600" cy="45719"/>
          </a:xfrm>
          <a:custGeom>
            <a:avLst/>
            <a:gdLst>
              <a:gd name="connsiteX0" fmla="*/ 0 w 8215086"/>
              <a:gd name="connsiteY0" fmla="*/ 0 h 1785257"/>
              <a:gd name="connsiteX1" fmla="*/ 8215086 w 8215086"/>
              <a:gd name="connsiteY1" fmla="*/ 0 h 1785257"/>
              <a:gd name="connsiteX2" fmla="*/ 8215086 w 8215086"/>
              <a:gd name="connsiteY2" fmla="*/ 1785257 h 1785257"/>
              <a:gd name="connsiteX3" fmla="*/ 0 w 8215086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5086" h="1785257">
                <a:moveTo>
                  <a:pt x="0" y="0"/>
                </a:moveTo>
                <a:lnTo>
                  <a:pt x="8215086" y="0"/>
                </a:lnTo>
                <a:lnTo>
                  <a:pt x="8215086" y="1785257"/>
                </a:lnTo>
                <a:lnTo>
                  <a:pt x="0" y="1785257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1" y="6516914"/>
            <a:ext cx="1889295" cy="341086"/>
          </a:xfrm>
          <a:custGeom>
            <a:avLst/>
            <a:gdLst>
              <a:gd name="connsiteX0" fmla="*/ 0 w 1889295"/>
              <a:gd name="connsiteY0" fmla="*/ 0 h 341086"/>
              <a:gd name="connsiteX1" fmla="*/ 1889295 w 1889295"/>
              <a:gd name="connsiteY1" fmla="*/ 0 h 341086"/>
              <a:gd name="connsiteX2" fmla="*/ 1889295 w 1889295"/>
              <a:gd name="connsiteY2" fmla="*/ 341086 h 341086"/>
              <a:gd name="connsiteX3" fmla="*/ 0 w 1889295"/>
              <a:gd name="connsiteY3" fmla="*/ 341086 h 341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9295" h="341086">
                <a:moveTo>
                  <a:pt x="0" y="0"/>
                </a:moveTo>
                <a:lnTo>
                  <a:pt x="1889295" y="0"/>
                </a:lnTo>
                <a:lnTo>
                  <a:pt x="1889295" y="341086"/>
                </a:lnTo>
                <a:lnTo>
                  <a:pt x="0" y="341086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1247352" y="6687458"/>
            <a:ext cx="944648" cy="170543"/>
          </a:xfrm>
          <a:custGeom>
            <a:avLst/>
            <a:gdLst>
              <a:gd name="connsiteX0" fmla="*/ 0 w 944648"/>
              <a:gd name="connsiteY0" fmla="*/ 0 h 170543"/>
              <a:gd name="connsiteX1" fmla="*/ 944648 w 944648"/>
              <a:gd name="connsiteY1" fmla="*/ 0 h 170543"/>
              <a:gd name="connsiteX2" fmla="*/ 944648 w 944648"/>
              <a:gd name="connsiteY2" fmla="*/ 170543 h 170543"/>
              <a:gd name="connsiteX3" fmla="*/ 0 w 944648"/>
              <a:gd name="connsiteY3" fmla="*/ 170543 h 1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4648" h="170543">
                <a:moveTo>
                  <a:pt x="0" y="0"/>
                </a:moveTo>
                <a:lnTo>
                  <a:pt x="944648" y="0"/>
                </a:lnTo>
                <a:lnTo>
                  <a:pt x="944648" y="170543"/>
                </a:lnTo>
                <a:lnTo>
                  <a:pt x="0" y="170543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528260" y="4431989"/>
            <a:ext cx="2545770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在复古外观融入现代功能。像复古造型收音机内置蓝牙音响，保留经典模样，又契合当下使用习惯，兼顾美观与实用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28260" y="3908769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90000"/>
                    <a:lumOff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功能叠加法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528260" y="2559770"/>
            <a:ext cx="321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28" name="任意多边形: 形状 27"/>
          <p:cNvSpPr/>
          <p:nvPr/>
        </p:nvSpPr>
        <p:spPr>
          <a:xfrm flipH="1">
            <a:off x="3598393" y="3622604"/>
            <a:ext cx="1117600" cy="45719"/>
          </a:xfrm>
          <a:custGeom>
            <a:avLst/>
            <a:gdLst>
              <a:gd name="connsiteX0" fmla="*/ 0 w 8215086"/>
              <a:gd name="connsiteY0" fmla="*/ 0 h 1785257"/>
              <a:gd name="connsiteX1" fmla="*/ 8215086 w 8215086"/>
              <a:gd name="connsiteY1" fmla="*/ 0 h 1785257"/>
              <a:gd name="connsiteX2" fmla="*/ 8215086 w 8215086"/>
              <a:gd name="connsiteY2" fmla="*/ 1785257 h 1785257"/>
              <a:gd name="connsiteX3" fmla="*/ 0 w 8215086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5086" h="1785257">
                <a:moveTo>
                  <a:pt x="0" y="0"/>
                </a:moveTo>
                <a:lnTo>
                  <a:pt x="8215086" y="0"/>
                </a:lnTo>
                <a:lnTo>
                  <a:pt x="8215086" y="1785257"/>
                </a:lnTo>
                <a:lnTo>
                  <a:pt x="0" y="1785257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17130" y="4431989"/>
            <a:ext cx="2545770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借现代技术还原或升级复古元素。例如用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3D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打印复刻老式家具雕花部件，搭配现代金属支架，兼顾复古质感与结构稳定性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217130" y="3908769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90000"/>
                    <a:lumOff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技术赋能法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217130" y="2559770"/>
            <a:ext cx="321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03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2" name="任意多边形: 形状 31"/>
          <p:cNvSpPr/>
          <p:nvPr/>
        </p:nvSpPr>
        <p:spPr>
          <a:xfrm flipH="1">
            <a:off x="6287263" y="3622604"/>
            <a:ext cx="1117600" cy="45719"/>
          </a:xfrm>
          <a:custGeom>
            <a:avLst/>
            <a:gdLst>
              <a:gd name="connsiteX0" fmla="*/ 0 w 8215086"/>
              <a:gd name="connsiteY0" fmla="*/ 0 h 1785257"/>
              <a:gd name="connsiteX1" fmla="*/ 8215086 w 8215086"/>
              <a:gd name="connsiteY1" fmla="*/ 0 h 1785257"/>
              <a:gd name="connsiteX2" fmla="*/ 8215086 w 8215086"/>
              <a:gd name="connsiteY2" fmla="*/ 1785257 h 1785257"/>
              <a:gd name="connsiteX3" fmla="*/ 0 w 8215086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5086" h="1785257">
                <a:moveTo>
                  <a:pt x="0" y="0"/>
                </a:moveTo>
                <a:lnTo>
                  <a:pt x="8215086" y="0"/>
                </a:lnTo>
                <a:lnTo>
                  <a:pt x="8215086" y="1785257"/>
                </a:lnTo>
                <a:lnTo>
                  <a:pt x="0" y="1785257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906001" y="4431989"/>
            <a:ext cx="2545770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把控复古与现代元素占比。日常穿搭以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70%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现代简约单品为基础，搭配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30%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复古配饰如老式怀表项链，既不突兀又凸显复古韵味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906001" y="3908769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90000"/>
                    <a:lumOff val="1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风格比例调和法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906001" y="2559770"/>
            <a:ext cx="321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04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6" name="任意多边形: 形状 35"/>
          <p:cNvSpPr/>
          <p:nvPr/>
        </p:nvSpPr>
        <p:spPr>
          <a:xfrm flipH="1">
            <a:off x="8976134" y="3622604"/>
            <a:ext cx="1117600" cy="45719"/>
          </a:xfrm>
          <a:custGeom>
            <a:avLst/>
            <a:gdLst>
              <a:gd name="connsiteX0" fmla="*/ 0 w 8215086"/>
              <a:gd name="connsiteY0" fmla="*/ 0 h 1785257"/>
              <a:gd name="connsiteX1" fmla="*/ 8215086 w 8215086"/>
              <a:gd name="connsiteY1" fmla="*/ 0 h 1785257"/>
              <a:gd name="connsiteX2" fmla="*/ 8215086 w 8215086"/>
              <a:gd name="connsiteY2" fmla="*/ 1785257 h 1785257"/>
              <a:gd name="connsiteX3" fmla="*/ 0 w 8215086"/>
              <a:gd name="connsiteY3" fmla="*/ 1785257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5086" h="1785257">
                <a:moveTo>
                  <a:pt x="0" y="0"/>
                </a:moveTo>
                <a:lnTo>
                  <a:pt x="8215086" y="0"/>
                </a:lnTo>
                <a:lnTo>
                  <a:pt x="8215086" y="1785257"/>
                </a:lnTo>
                <a:lnTo>
                  <a:pt x="0" y="1785257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 flipH="1">
            <a:off x="6096000" y="0"/>
            <a:ext cx="4484914" cy="6858000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2179261" y="4155279"/>
            <a:ext cx="5791200" cy="1813979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1995764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96687" y="1349433"/>
            <a:ext cx="7257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Heavy"/>
                <a:cs typeface="+mn-cs"/>
              </a:rPr>
              <a:t>不同时代的复古风格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78629" y="2097570"/>
            <a:ext cx="7257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0" i="1">
                <a:solidFill>
                  <a:schemeClr val="accent3">
                    <a:lumMod val="75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Vintage style from different eras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10986" y="2490073"/>
            <a:ext cx="5081814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rgbClr val="1F2329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每个时代都有其独特的复古风格代表。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70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年代的嬉皮复古风，充满自由随性的气息，喇叭裤、印花衬衫是常见单品；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90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年代的复古街头风，则带着青春叛逆感，牛仔元素、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oversize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外套广受欢迎，各时代风格都有其鲜明的特色</a:t>
            </a:r>
          </a:p>
        </p:txBody>
      </p:sp>
      <p:sp>
        <p:nvSpPr>
          <p:cNvPr id="17" name="文本框 16"/>
          <p:cNvSpPr txBox="1"/>
          <p:nvPr/>
        </p:nvSpPr>
        <p:spPr>
          <a:xfrm rot="5400000">
            <a:off x="8340699" y="3155232"/>
            <a:ext cx="6100841" cy="479822"/>
          </a:xfrm>
          <a:custGeom>
            <a:avLst/>
            <a:gdLst/>
            <a:ahLst/>
            <a:cxnLst/>
            <a:rect l="l" t="t" r="r" b="b"/>
            <a:pathLst>
              <a:path w="6100841" h="479822">
                <a:moveTo>
                  <a:pt x="5667374" y="443210"/>
                </a:moveTo>
                <a:lnTo>
                  <a:pt x="5707446" y="338435"/>
                </a:lnTo>
                <a:lnTo>
                  <a:pt x="5742868" y="338435"/>
                </a:lnTo>
                <a:lnTo>
                  <a:pt x="5739003" y="444401"/>
                </a:lnTo>
                <a:cubicBezTo>
                  <a:pt x="5746984" y="447774"/>
                  <a:pt x="5755500" y="450155"/>
                  <a:pt x="5764552" y="451545"/>
                </a:cubicBezTo>
                <a:cubicBezTo>
                  <a:pt x="5773605" y="452934"/>
                  <a:pt x="5783984" y="453628"/>
                  <a:pt x="5795692" y="453628"/>
                </a:cubicBezTo>
                <a:cubicBezTo>
                  <a:pt x="5825855" y="453628"/>
                  <a:pt x="5851315" y="446881"/>
                  <a:pt x="5872074" y="433387"/>
                </a:cubicBezTo>
                <a:cubicBezTo>
                  <a:pt x="5892832" y="419894"/>
                  <a:pt x="5907257" y="401241"/>
                  <a:pt x="5915350" y="377428"/>
                </a:cubicBezTo>
                <a:cubicBezTo>
                  <a:pt x="5922432" y="356592"/>
                  <a:pt x="5923136" y="339923"/>
                  <a:pt x="5917464" y="327422"/>
                </a:cubicBezTo>
                <a:cubicBezTo>
                  <a:pt x="5911791" y="314920"/>
                  <a:pt x="5898571" y="303312"/>
                  <a:pt x="5877803" y="292596"/>
                </a:cubicBezTo>
                <a:lnTo>
                  <a:pt x="5852982" y="279797"/>
                </a:lnTo>
                <a:cubicBezTo>
                  <a:pt x="5818308" y="261541"/>
                  <a:pt x="5794216" y="241052"/>
                  <a:pt x="5780705" y="218331"/>
                </a:cubicBezTo>
                <a:cubicBezTo>
                  <a:pt x="5767194" y="195610"/>
                  <a:pt x="5766677" y="165894"/>
                  <a:pt x="5779154" y="129183"/>
                </a:cubicBezTo>
                <a:cubicBezTo>
                  <a:pt x="5788458" y="101798"/>
                  <a:pt x="5803278" y="78482"/>
                  <a:pt x="5823611" y="59234"/>
                </a:cubicBezTo>
                <a:cubicBezTo>
                  <a:pt x="5843945" y="39985"/>
                  <a:pt x="5868283" y="25301"/>
                  <a:pt x="5896626" y="15181"/>
                </a:cubicBezTo>
                <a:cubicBezTo>
                  <a:pt x="5924968" y="5060"/>
                  <a:pt x="5955709" y="0"/>
                  <a:pt x="5988848" y="0"/>
                </a:cubicBezTo>
                <a:cubicBezTo>
                  <a:pt x="6012660" y="0"/>
                  <a:pt x="6033989" y="3076"/>
                  <a:pt x="6052835" y="9227"/>
                </a:cubicBezTo>
                <a:cubicBezTo>
                  <a:pt x="6071680" y="15379"/>
                  <a:pt x="6087682" y="23912"/>
                  <a:pt x="6100841" y="34826"/>
                </a:cubicBezTo>
                <a:lnTo>
                  <a:pt x="6061397" y="134243"/>
                </a:lnTo>
                <a:lnTo>
                  <a:pt x="6025976" y="134243"/>
                </a:lnTo>
                <a:lnTo>
                  <a:pt x="6029413" y="33040"/>
                </a:lnTo>
                <a:cubicBezTo>
                  <a:pt x="6024207" y="30262"/>
                  <a:pt x="6018614" y="28327"/>
                  <a:pt x="6012635" y="27236"/>
                </a:cubicBezTo>
                <a:cubicBezTo>
                  <a:pt x="6006655" y="26144"/>
                  <a:pt x="5999895" y="25598"/>
                  <a:pt x="5992355" y="25598"/>
                </a:cubicBezTo>
                <a:cubicBezTo>
                  <a:pt x="5965764" y="25598"/>
                  <a:pt x="5942406" y="31998"/>
                  <a:pt x="5922280" y="44797"/>
                </a:cubicBezTo>
                <a:cubicBezTo>
                  <a:pt x="5902154" y="57597"/>
                  <a:pt x="5888214" y="75406"/>
                  <a:pt x="5880459" y="98227"/>
                </a:cubicBezTo>
                <a:cubicBezTo>
                  <a:pt x="5873309" y="119261"/>
                  <a:pt x="5873248" y="136079"/>
                  <a:pt x="5880278" y="148679"/>
                </a:cubicBezTo>
                <a:cubicBezTo>
                  <a:pt x="5887307" y="161280"/>
                  <a:pt x="5899753" y="172541"/>
                  <a:pt x="5917615" y="182463"/>
                </a:cubicBezTo>
                <a:lnTo>
                  <a:pt x="5945102" y="197049"/>
                </a:lnTo>
                <a:cubicBezTo>
                  <a:pt x="5970679" y="210542"/>
                  <a:pt x="5990268" y="224135"/>
                  <a:pt x="6003870" y="237827"/>
                </a:cubicBezTo>
                <a:cubicBezTo>
                  <a:pt x="6017472" y="251520"/>
                  <a:pt x="6025493" y="266750"/>
                  <a:pt x="6027931" y="283518"/>
                </a:cubicBezTo>
                <a:cubicBezTo>
                  <a:pt x="6030370" y="300286"/>
                  <a:pt x="6027678" y="320179"/>
                  <a:pt x="6019855" y="343198"/>
                </a:cubicBezTo>
                <a:cubicBezTo>
                  <a:pt x="6006098" y="383679"/>
                  <a:pt x="5979839" y="416570"/>
                  <a:pt x="5941076" y="441871"/>
                </a:cubicBezTo>
                <a:cubicBezTo>
                  <a:pt x="5902314" y="467172"/>
                  <a:pt x="5854358" y="479822"/>
                  <a:pt x="5797208" y="479822"/>
                </a:cubicBezTo>
                <a:cubicBezTo>
                  <a:pt x="5772205" y="479822"/>
                  <a:pt x="5747918" y="476697"/>
                  <a:pt x="5724345" y="470446"/>
                </a:cubicBezTo>
                <a:cubicBezTo>
                  <a:pt x="5700773" y="464195"/>
                  <a:pt x="5681783" y="455116"/>
                  <a:pt x="5667374" y="443210"/>
                </a:cubicBezTo>
                <a:close/>
                <a:moveTo>
                  <a:pt x="5349305" y="301823"/>
                </a:moveTo>
                <a:lnTo>
                  <a:pt x="5476702" y="301823"/>
                </a:lnTo>
                <a:lnTo>
                  <a:pt x="5481135" y="93464"/>
                </a:lnTo>
                <a:close/>
                <a:moveTo>
                  <a:pt x="5171219" y="467618"/>
                </a:moveTo>
                <a:lnTo>
                  <a:pt x="5178302" y="446782"/>
                </a:lnTo>
                <a:lnTo>
                  <a:pt x="5231331" y="439638"/>
                </a:lnTo>
                <a:lnTo>
                  <a:pt x="5515012" y="10418"/>
                </a:lnTo>
                <a:lnTo>
                  <a:pt x="5578412" y="10418"/>
                </a:lnTo>
                <a:lnTo>
                  <a:pt x="5578087" y="441424"/>
                </a:lnTo>
                <a:lnTo>
                  <a:pt x="5625084" y="446782"/>
                </a:lnTo>
                <a:lnTo>
                  <a:pt x="5618001" y="467618"/>
                </a:lnTo>
                <a:lnTo>
                  <a:pt x="5410237" y="467618"/>
                </a:lnTo>
                <a:lnTo>
                  <a:pt x="5417320" y="446782"/>
                </a:lnTo>
                <a:lnTo>
                  <a:pt x="5473517" y="440829"/>
                </a:lnTo>
                <a:lnTo>
                  <a:pt x="5476265" y="323255"/>
                </a:lnTo>
                <a:lnTo>
                  <a:pt x="5336069" y="323255"/>
                </a:lnTo>
                <a:lnTo>
                  <a:pt x="5263083" y="439043"/>
                </a:lnTo>
                <a:lnTo>
                  <a:pt x="5317903" y="446782"/>
                </a:lnTo>
                <a:lnTo>
                  <a:pt x="5310819" y="467618"/>
                </a:lnTo>
                <a:close/>
                <a:moveTo>
                  <a:pt x="4957660" y="229791"/>
                </a:moveTo>
                <a:lnTo>
                  <a:pt x="4993676" y="229791"/>
                </a:lnTo>
                <a:cubicBezTo>
                  <a:pt x="5016496" y="229791"/>
                  <a:pt x="5036353" y="225227"/>
                  <a:pt x="5053247" y="216098"/>
                </a:cubicBezTo>
                <a:cubicBezTo>
                  <a:pt x="5070141" y="206970"/>
                  <a:pt x="5084376" y="194717"/>
                  <a:pt x="5095954" y="179338"/>
                </a:cubicBezTo>
                <a:cubicBezTo>
                  <a:pt x="5107531" y="163959"/>
                  <a:pt x="5116455" y="147042"/>
                  <a:pt x="5122724" y="128588"/>
                </a:cubicBezTo>
                <a:cubicBezTo>
                  <a:pt x="5132974" y="98425"/>
                  <a:pt x="5132827" y="75357"/>
                  <a:pt x="5122282" y="59382"/>
                </a:cubicBezTo>
                <a:cubicBezTo>
                  <a:pt x="5111737" y="43408"/>
                  <a:pt x="5091086" y="35421"/>
                  <a:pt x="5060328" y="35421"/>
                </a:cubicBezTo>
                <a:lnTo>
                  <a:pt x="5025502" y="35421"/>
                </a:lnTo>
                <a:cubicBezTo>
                  <a:pt x="5014256" y="66179"/>
                  <a:pt x="5003105" y="97532"/>
                  <a:pt x="4992048" y="129481"/>
                </a:cubicBezTo>
                <a:cubicBezTo>
                  <a:pt x="4980991" y="161429"/>
                  <a:pt x="4969529" y="194866"/>
                  <a:pt x="4957660" y="229791"/>
                </a:cubicBezTo>
                <a:close/>
                <a:moveTo>
                  <a:pt x="4719674" y="467618"/>
                </a:moveTo>
                <a:lnTo>
                  <a:pt x="4726758" y="446782"/>
                </a:lnTo>
                <a:lnTo>
                  <a:pt x="4783345" y="441424"/>
                </a:lnTo>
                <a:cubicBezTo>
                  <a:pt x="4794789" y="410666"/>
                  <a:pt x="4805889" y="379611"/>
                  <a:pt x="4816643" y="348258"/>
                </a:cubicBezTo>
                <a:cubicBezTo>
                  <a:pt x="4827397" y="316905"/>
                  <a:pt x="4838169" y="285353"/>
                  <a:pt x="4848959" y="253603"/>
                </a:cubicBezTo>
                <a:lnTo>
                  <a:pt x="4858066" y="226814"/>
                </a:lnTo>
                <a:cubicBezTo>
                  <a:pt x="4868856" y="195064"/>
                  <a:pt x="4879546" y="163463"/>
                  <a:pt x="4890136" y="132011"/>
                </a:cubicBezTo>
                <a:cubicBezTo>
                  <a:pt x="4900726" y="100558"/>
                  <a:pt x="4910851" y="69155"/>
                  <a:pt x="4920513" y="37802"/>
                </a:cubicBezTo>
                <a:lnTo>
                  <a:pt x="4867363" y="33040"/>
                </a:lnTo>
                <a:lnTo>
                  <a:pt x="4874446" y="12204"/>
                </a:lnTo>
                <a:lnTo>
                  <a:pt x="5093819" y="12204"/>
                </a:lnTo>
                <a:cubicBezTo>
                  <a:pt x="5147595" y="12204"/>
                  <a:pt x="5185266" y="22225"/>
                  <a:pt x="5206830" y="42267"/>
                </a:cubicBezTo>
                <a:cubicBezTo>
                  <a:pt x="5228395" y="62309"/>
                  <a:pt x="5233007" y="90488"/>
                  <a:pt x="5220667" y="126802"/>
                </a:cubicBezTo>
                <a:cubicBezTo>
                  <a:pt x="5215002" y="143470"/>
                  <a:pt x="5205423" y="159395"/>
                  <a:pt x="5191929" y="174575"/>
                </a:cubicBezTo>
                <a:cubicBezTo>
                  <a:pt x="5178435" y="189756"/>
                  <a:pt x="5160308" y="202952"/>
                  <a:pt x="5137546" y="214164"/>
                </a:cubicBezTo>
                <a:cubicBezTo>
                  <a:pt x="5114785" y="225375"/>
                  <a:pt x="5086588" y="233462"/>
                  <a:pt x="5052956" y="238423"/>
                </a:cubicBezTo>
                <a:cubicBezTo>
                  <a:pt x="5078331" y="241995"/>
                  <a:pt x="5096960" y="248196"/>
                  <a:pt x="5108841" y="257026"/>
                </a:cubicBezTo>
                <a:cubicBezTo>
                  <a:pt x="5120722" y="265857"/>
                  <a:pt x="5127758" y="277416"/>
                  <a:pt x="5129947" y="291703"/>
                </a:cubicBezTo>
                <a:cubicBezTo>
                  <a:pt x="5132136" y="305991"/>
                  <a:pt x="5131612" y="323155"/>
                  <a:pt x="5128375" y="343198"/>
                </a:cubicBezTo>
                <a:lnTo>
                  <a:pt x="5114124" y="443805"/>
                </a:lnTo>
                <a:lnTo>
                  <a:pt x="5167586" y="446782"/>
                </a:lnTo>
                <a:lnTo>
                  <a:pt x="5160503" y="467618"/>
                </a:lnTo>
                <a:cubicBezTo>
                  <a:pt x="5146991" y="470595"/>
                  <a:pt x="5134805" y="472877"/>
                  <a:pt x="5123947" y="474464"/>
                </a:cubicBezTo>
                <a:cubicBezTo>
                  <a:pt x="5113089" y="476052"/>
                  <a:pt x="5100020" y="476845"/>
                  <a:pt x="5084740" y="476845"/>
                </a:cubicBezTo>
                <a:cubicBezTo>
                  <a:pt x="5056761" y="476845"/>
                  <a:pt x="5036618" y="472033"/>
                  <a:pt x="5024311" y="462409"/>
                </a:cubicBezTo>
                <a:cubicBezTo>
                  <a:pt x="5012005" y="452785"/>
                  <a:pt x="5008545" y="435670"/>
                  <a:pt x="5013931" y="411063"/>
                </a:cubicBezTo>
                <a:lnTo>
                  <a:pt x="5024697" y="326827"/>
                </a:lnTo>
                <a:cubicBezTo>
                  <a:pt x="5029026" y="301823"/>
                  <a:pt x="5028518" y="283170"/>
                  <a:pt x="5023174" y="270867"/>
                </a:cubicBezTo>
                <a:cubicBezTo>
                  <a:pt x="5017830" y="258564"/>
                  <a:pt x="5003450" y="252413"/>
                  <a:pt x="4980035" y="252413"/>
                </a:cubicBezTo>
                <a:lnTo>
                  <a:pt x="4949972" y="252413"/>
                </a:lnTo>
                <a:cubicBezTo>
                  <a:pt x="4939117" y="284361"/>
                  <a:pt x="4928443" y="316061"/>
                  <a:pt x="4917953" y="347514"/>
                </a:cubicBezTo>
                <a:cubicBezTo>
                  <a:pt x="4907462" y="378966"/>
                  <a:pt x="4897319" y="410270"/>
                  <a:pt x="4887524" y="441424"/>
                </a:cubicBezTo>
                <a:lnTo>
                  <a:pt x="4941963" y="446782"/>
                </a:lnTo>
                <a:lnTo>
                  <a:pt x="4934880" y="467618"/>
                </a:lnTo>
                <a:close/>
                <a:moveTo>
                  <a:pt x="4310099" y="467618"/>
                </a:moveTo>
                <a:lnTo>
                  <a:pt x="4317183" y="446782"/>
                </a:lnTo>
                <a:lnTo>
                  <a:pt x="4373770" y="441424"/>
                </a:lnTo>
                <a:cubicBezTo>
                  <a:pt x="4385214" y="410666"/>
                  <a:pt x="4396314" y="379611"/>
                  <a:pt x="4407068" y="348258"/>
                </a:cubicBezTo>
                <a:cubicBezTo>
                  <a:pt x="4417822" y="316905"/>
                  <a:pt x="4428595" y="285353"/>
                  <a:pt x="4439385" y="253603"/>
                </a:cubicBezTo>
                <a:lnTo>
                  <a:pt x="4448491" y="226814"/>
                </a:lnTo>
                <a:cubicBezTo>
                  <a:pt x="4459281" y="195064"/>
                  <a:pt x="4469971" y="163463"/>
                  <a:pt x="4480561" y="132011"/>
                </a:cubicBezTo>
                <a:cubicBezTo>
                  <a:pt x="4491151" y="100558"/>
                  <a:pt x="4501277" y="69155"/>
                  <a:pt x="4510938" y="37802"/>
                </a:cubicBezTo>
                <a:lnTo>
                  <a:pt x="4457788" y="33040"/>
                </a:lnTo>
                <a:lnTo>
                  <a:pt x="4464871" y="12204"/>
                </a:lnTo>
                <a:lnTo>
                  <a:pt x="4813427" y="12204"/>
                </a:lnTo>
                <a:lnTo>
                  <a:pt x="4771559" y="133648"/>
                </a:lnTo>
                <a:lnTo>
                  <a:pt x="4736436" y="133648"/>
                </a:lnTo>
                <a:lnTo>
                  <a:pt x="4741338" y="36016"/>
                </a:lnTo>
                <a:lnTo>
                  <a:pt x="4617811" y="36016"/>
                </a:lnTo>
                <a:cubicBezTo>
                  <a:pt x="4606829" y="66576"/>
                  <a:pt x="4595960" y="97532"/>
                  <a:pt x="4585206" y="128885"/>
                </a:cubicBezTo>
                <a:cubicBezTo>
                  <a:pt x="4574452" y="160238"/>
                  <a:pt x="4563578" y="192088"/>
                  <a:pt x="4552587" y="224433"/>
                </a:cubicBezTo>
                <a:lnTo>
                  <a:pt x="4635335" y="224433"/>
                </a:lnTo>
                <a:lnTo>
                  <a:pt x="4667524" y="156865"/>
                </a:lnTo>
                <a:lnTo>
                  <a:pt x="4697885" y="156865"/>
                </a:lnTo>
                <a:lnTo>
                  <a:pt x="4645488" y="311051"/>
                </a:lnTo>
                <a:lnTo>
                  <a:pt x="4615127" y="311051"/>
                </a:lnTo>
                <a:lnTo>
                  <a:pt x="4628443" y="246459"/>
                </a:lnTo>
                <a:lnTo>
                  <a:pt x="4545099" y="246459"/>
                </a:lnTo>
                <a:lnTo>
                  <a:pt x="4544494" y="248245"/>
                </a:lnTo>
                <a:cubicBezTo>
                  <a:pt x="4533029" y="281980"/>
                  <a:pt x="4521832" y="315069"/>
                  <a:pt x="4510906" y="347514"/>
                </a:cubicBezTo>
                <a:cubicBezTo>
                  <a:pt x="4499979" y="379958"/>
                  <a:pt x="4489419" y="412055"/>
                  <a:pt x="4479224" y="443805"/>
                </a:cubicBezTo>
                <a:lnTo>
                  <a:pt x="4616146" y="443805"/>
                </a:lnTo>
                <a:lnTo>
                  <a:pt x="4679221" y="341412"/>
                </a:lnTo>
                <a:lnTo>
                  <a:pt x="4713154" y="341412"/>
                </a:lnTo>
                <a:lnTo>
                  <a:pt x="4671454" y="467618"/>
                </a:lnTo>
                <a:close/>
                <a:moveTo>
                  <a:pt x="3527561" y="467618"/>
                </a:moveTo>
                <a:lnTo>
                  <a:pt x="3534644" y="446782"/>
                </a:lnTo>
                <a:lnTo>
                  <a:pt x="3604449" y="438448"/>
                </a:lnTo>
                <a:lnTo>
                  <a:pt x="3742274" y="40779"/>
                </a:lnTo>
                <a:lnTo>
                  <a:pt x="3680012" y="33040"/>
                </a:lnTo>
                <a:lnTo>
                  <a:pt x="3687095" y="12204"/>
                </a:lnTo>
                <a:lnTo>
                  <a:pt x="3855569" y="12204"/>
                </a:lnTo>
                <a:lnTo>
                  <a:pt x="3869931" y="336054"/>
                </a:lnTo>
                <a:lnTo>
                  <a:pt x="4100540" y="12204"/>
                </a:lnTo>
                <a:lnTo>
                  <a:pt x="4261572" y="12204"/>
                </a:lnTo>
                <a:lnTo>
                  <a:pt x="4254489" y="33040"/>
                </a:lnTo>
                <a:lnTo>
                  <a:pt x="4197804" y="37802"/>
                </a:lnTo>
                <a:cubicBezTo>
                  <a:pt x="4186357" y="69155"/>
                  <a:pt x="4175189" y="100558"/>
                  <a:pt x="4164301" y="132011"/>
                </a:cubicBezTo>
                <a:cubicBezTo>
                  <a:pt x="4153414" y="163463"/>
                  <a:pt x="4142575" y="195064"/>
                  <a:pt x="4131785" y="226814"/>
                </a:cubicBezTo>
                <a:lnTo>
                  <a:pt x="4122678" y="253603"/>
                </a:lnTo>
                <a:cubicBezTo>
                  <a:pt x="4111888" y="285353"/>
                  <a:pt x="4101249" y="316954"/>
                  <a:pt x="4090759" y="348407"/>
                </a:cubicBezTo>
                <a:cubicBezTo>
                  <a:pt x="4080270" y="379859"/>
                  <a:pt x="4070229" y="410865"/>
                  <a:pt x="4060635" y="441424"/>
                </a:cubicBezTo>
                <a:lnTo>
                  <a:pt x="4113288" y="446782"/>
                </a:lnTo>
                <a:lnTo>
                  <a:pt x="4106205" y="467618"/>
                </a:lnTo>
                <a:lnTo>
                  <a:pt x="3892190" y="467618"/>
                </a:lnTo>
                <a:lnTo>
                  <a:pt x="3899273" y="446782"/>
                </a:lnTo>
                <a:lnTo>
                  <a:pt x="3954670" y="441424"/>
                </a:lnTo>
                <a:cubicBezTo>
                  <a:pt x="3966251" y="410270"/>
                  <a:pt x="3977000" y="379809"/>
                  <a:pt x="3986917" y="350044"/>
                </a:cubicBezTo>
                <a:cubicBezTo>
                  <a:pt x="3996834" y="320278"/>
                  <a:pt x="4006305" y="292993"/>
                  <a:pt x="4015331" y="268188"/>
                </a:cubicBezTo>
                <a:lnTo>
                  <a:pt x="4084374" y="72033"/>
                </a:lnTo>
                <a:lnTo>
                  <a:pt x="3804381" y="467618"/>
                </a:lnTo>
                <a:lnTo>
                  <a:pt x="3771937" y="467618"/>
                </a:lnTo>
                <a:lnTo>
                  <a:pt x="3755640" y="75009"/>
                </a:lnTo>
                <a:cubicBezTo>
                  <a:pt x="3748822" y="96242"/>
                  <a:pt x="3741667" y="118318"/>
                  <a:pt x="3734176" y="141238"/>
                </a:cubicBezTo>
                <a:cubicBezTo>
                  <a:pt x="3726685" y="164157"/>
                  <a:pt x="3719632" y="185787"/>
                  <a:pt x="3713017" y="206127"/>
                </a:cubicBezTo>
                <a:cubicBezTo>
                  <a:pt x="3706402" y="226467"/>
                  <a:pt x="3700902" y="243086"/>
                  <a:pt x="3696518" y="255984"/>
                </a:cubicBezTo>
                <a:lnTo>
                  <a:pt x="3634712" y="437852"/>
                </a:lnTo>
                <a:lnTo>
                  <a:pt x="3699248" y="446782"/>
                </a:lnTo>
                <a:lnTo>
                  <a:pt x="3692165" y="467618"/>
                </a:lnTo>
                <a:close/>
                <a:moveTo>
                  <a:pt x="3212717" y="395139"/>
                </a:moveTo>
                <a:cubicBezTo>
                  <a:pt x="3214254" y="407987"/>
                  <a:pt x="3217423" y="419100"/>
                  <a:pt x="3222224" y="428476"/>
                </a:cubicBezTo>
                <a:cubicBezTo>
                  <a:pt x="3231824" y="447229"/>
                  <a:pt x="3249127" y="456605"/>
                  <a:pt x="3274130" y="456605"/>
                </a:cubicBezTo>
                <a:cubicBezTo>
                  <a:pt x="3298934" y="456605"/>
                  <a:pt x="3322511" y="447229"/>
                  <a:pt x="3344858" y="428476"/>
                </a:cubicBezTo>
                <a:cubicBezTo>
                  <a:pt x="3367205" y="409724"/>
                  <a:pt x="3387845" y="384026"/>
                  <a:pt x="3406775" y="351383"/>
                </a:cubicBezTo>
                <a:cubicBezTo>
                  <a:pt x="3425706" y="318740"/>
                  <a:pt x="3442287" y="281484"/>
                  <a:pt x="3456519" y="239613"/>
                </a:cubicBezTo>
                <a:cubicBezTo>
                  <a:pt x="3470611" y="198140"/>
                  <a:pt x="3479285" y="161082"/>
                  <a:pt x="3482541" y="128439"/>
                </a:cubicBezTo>
                <a:cubicBezTo>
                  <a:pt x="3485796" y="95796"/>
                  <a:pt x="3482623" y="70098"/>
                  <a:pt x="3473022" y="51346"/>
                </a:cubicBezTo>
                <a:cubicBezTo>
                  <a:pt x="3463422" y="32593"/>
                  <a:pt x="3446219" y="23217"/>
                  <a:pt x="3421414" y="23217"/>
                </a:cubicBezTo>
                <a:cubicBezTo>
                  <a:pt x="3396411" y="23217"/>
                  <a:pt x="3372736" y="32593"/>
                  <a:pt x="3350388" y="51346"/>
                </a:cubicBezTo>
                <a:cubicBezTo>
                  <a:pt x="3328041" y="70098"/>
                  <a:pt x="3307500" y="95796"/>
                  <a:pt x="3288766" y="128439"/>
                </a:cubicBezTo>
                <a:cubicBezTo>
                  <a:pt x="3270033" y="161082"/>
                  <a:pt x="3253620" y="198140"/>
                  <a:pt x="3239527" y="239613"/>
                </a:cubicBezTo>
                <a:cubicBezTo>
                  <a:pt x="3225296" y="281484"/>
                  <a:pt x="3216453" y="318740"/>
                  <a:pt x="3213001" y="351383"/>
                </a:cubicBezTo>
                <a:cubicBezTo>
                  <a:pt x="3211275" y="367705"/>
                  <a:pt x="3211180" y="382290"/>
                  <a:pt x="3212717" y="395139"/>
                </a:cubicBezTo>
                <a:close/>
                <a:moveTo>
                  <a:pt x="3113333" y="344239"/>
                </a:moveTo>
                <a:cubicBezTo>
                  <a:pt x="3111942" y="314176"/>
                  <a:pt x="3117990" y="279301"/>
                  <a:pt x="3131478" y="239613"/>
                </a:cubicBezTo>
                <a:cubicBezTo>
                  <a:pt x="3144829" y="200323"/>
                  <a:pt x="3162434" y="165745"/>
                  <a:pt x="3184291" y="135880"/>
                </a:cubicBezTo>
                <a:cubicBezTo>
                  <a:pt x="3206149" y="106015"/>
                  <a:pt x="3230620" y="81012"/>
                  <a:pt x="3257705" y="60871"/>
                </a:cubicBezTo>
                <a:cubicBezTo>
                  <a:pt x="3284791" y="40729"/>
                  <a:pt x="3313017" y="25549"/>
                  <a:pt x="3342386" y="15329"/>
                </a:cubicBezTo>
                <a:cubicBezTo>
                  <a:pt x="3371755" y="5110"/>
                  <a:pt x="3400727" y="0"/>
                  <a:pt x="3429302" y="0"/>
                </a:cubicBezTo>
                <a:cubicBezTo>
                  <a:pt x="3457877" y="0"/>
                  <a:pt x="3483443" y="5060"/>
                  <a:pt x="3506000" y="15181"/>
                </a:cubicBezTo>
                <a:cubicBezTo>
                  <a:pt x="3528556" y="25301"/>
                  <a:pt x="3546433" y="40432"/>
                  <a:pt x="3559631" y="60573"/>
                </a:cubicBezTo>
                <a:cubicBezTo>
                  <a:pt x="3572829" y="80714"/>
                  <a:pt x="3580157" y="105718"/>
                  <a:pt x="3581616" y="135582"/>
                </a:cubicBezTo>
                <a:cubicBezTo>
                  <a:pt x="3583075" y="165447"/>
                  <a:pt x="3577094" y="200124"/>
                  <a:pt x="3563675" y="239613"/>
                </a:cubicBezTo>
                <a:cubicBezTo>
                  <a:pt x="3550187" y="279301"/>
                  <a:pt x="3532597" y="314127"/>
                  <a:pt x="3510904" y="344091"/>
                </a:cubicBezTo>
                <a:cubicBezTo>
                  <a:pt x="3489211" y="374055"/>
                  <a:pt x="3464920" y="399107"/>
                  <a:pt x="3438034" y="419249"/>
                </a:cubicBezTo>
                <a:cubicBezTo>
                  <a:pt x="3411147" y="439390"/>
                  <a:pt x="3382986" y="454521"/>
                  <a:pt x="3353550" y="464641"/>
                </a:cubicBezTo>
                <a:cubicBezTo>
                  <a:pt x="3324115" y="474762"/>
                  <a:pt x="3295011" y="479822"/>
                  <a:pt x="3266237" y="479822"/>
                </a:cubicBezTo>
                <a:cubicBezTo>
                  <a:pt x="3237662" y="479822"/>
                  <a:pt x="3212097" y="474762"/>
                  <a:pt x="3189542" y="464641"/>
                </a:cubicBezTo>
                <a:cubicBezTo>
                  <a:pt x="3166987" y="454521"/>
                  <a:pt x="3148994" y="439440"/>
                  <a:pt x="3135564" y="419398"/>
                </a:cubicBezTo>
                <a:cubicBezTo>
                  <a:pt x="3122133" y="399355"/>
                  <a:pt x="3114723" y="374303"/>
                  <a:pt x="3113333" y="344239"/>
                </a:cubicBezTo>
                <a:close/>
                <a:moveTo>
                  <a:pt x="2824060" y="229791"/>
                </a:moveTo>
                <a:lnTo>
                  <a:pt x="2860076" y="229791"/>
                </a:lnTo>
                <a:cubicBezTo>
                  <a:pt x="2882896" y="229791"/>
                  <a:pt x="2902753" y="225227"/>
                  <a:pt x="2919647" y="216098"/>
                </a:cubicBezTo>
                <a:cubicBezTo>
                  <a:pt x="2936540" y="206970"/>
                  <a:pt x="2950776" y="194717"/>
                  <a:pt x="2962354" y="179338"/>
                </a:cubicBezTo>
                <a:cubicBezTo>
                  <a:pt x="2973931" y="163959"/>
                  <a:pt x="2982855" y="147042"/>
                  <a:pt x="2989124" y="128588"/>
                </a:cubicBezTo>
                <a:cubicBezTo>
                  <a:pt x="2999375" y="98425"/>
                  <a:pt x="2999227" y="75357"/>
                  <a:pt x="2988682" y="59382"/>
                </a:cubicBezTo>
                <a:cubicBezTo>
                  <a:pt x="2978137" y="43408"/>
                  <a:pt x="2957486" y="35421"/>
                  <a:pt x="2926728" y="35421"/>
                </a:cubicBezTo>
                <a:lnTo>
                  <a:pt x="2891902" y="35421"/>
                </a:lnTo>
                <a:cubicBezTo>
                  <a:pt x="2880656" y="66179"/>
                  <a:pt x="2869505" y="97532"/>
                  <a:pt x="2858448" y="129481"/>
                </a:cubicBezTo>
                <a:cubicBezTo>
                  <a:pt x="2847392" y="161429"/>
                  <a:pt x="2835929" y="194866"/>
                  <a:pt x="2824060" y="229791"/>
                </a:cubicBezTo>
                <a:close/>
                <a:moveTo>
                  <a:pt x="2586074" y="467618"/>
                </a:moveTo>
                <a:lnTo>
                  <a:pt x="2593157" y="446782"/>
                </a:lnTo>
                <a:lnTo>
                  <a:pt x="2649745" y="441424"/>
                </a:lnTo>
                <a:cubicBezTo>
                  <a:pt x="2661189" y="410666"/>
                  <a:pt x="2672288" y="379611"/>
                  <a:pt x="2683043" y="348258"/>
                </a:cubicBezTo>
                <a:cubicBezTo>
                  <a:pt x="2693797" y="316905"/>
                  <a:pt x="2704569" y="285353"/>
                  <a:pt x="2715359" y="253603"/>
                </a:cubicBezTo>
                <a:lnTo>
                  <a:pt x="2724466" y="226814"/>
                </a:lnTo>
                <a:cubicBezTo>
                  <a:pt x="2735256" y="195064"/>
                  <a:pt x="2745946" y="163463"/>
                  <a:pt x="2756536" y="132011"/>
                </a:cubicBezTo>
                <a:cubicBezTo>
                  <a:pt x="2767126" y="100558"/>
                  <a:pt x="2777252" y="69155"/>
                  <a:pt x="2786913" y="37802"/>
                </a:cubicBezTo>
                <a:lnTo>
                  <a:pt x="2733763" y="33040"/>
                </a:lnTo>
                <a:lnTo>
                  <a:pt x="2740846" y="12204"/>
                </a:lnTo>
                <a:lnTo>
                  <a:pt x="2960219" y="12204"/>
                </a:lnTo>
                <a:cubicBezTo>
                  <a:pt x="3013996" y="12204"/>
                  <a:pt x="3051666" y="22225"/>
                  <a:pt x="3073231" y="42267"/>
                </a:cubicBezTo>
                <a:cubicBezTo>
                  <a:pt x="3094795" y="62309"/>
                  <a:pt x="3099407" y="90488"/>
                  <a:pt x="3087067" y="126802"/>
                </a:cubicBezTo>
                <a:cubicBezTo>
                  <a:pt x="3081402" y="143470"/>
                  <a:pt x="3071823" y="159395"/>
                  <a:pt x="3058329" y="174575"/>
                </a:cubicBezTo>
                <a:cubicBezTo>
                  <a:pt x="3044836" y="189756"/>
                  <a:pt x="3026708" y="202952"/>
                  <a:pt x="3003947" y="214164"/>
                </a:cubicBezTo>
                <a:cubicBezTo>
                  <a:pt x="2981185" y="225375"/>
                  <a:pt x="2952988" y="233462"/>
                  <a:pt x="2919356" y="238423"/>
                </a:cubicBezTo>
                <a:cubicBezTo>
                  <a:pt x="2944731" y="241995"/>
                  <a:pt x="2963359" y="248196"/>
                  <a:pt x="2975241" y="257026"/>
                </a:cubicBezTo>
                <a:cubicBezTo>
                  <a:pt x="2987123" y="265857"/>
                  <a:pt x="2994158" y="277416"/>
                  <a:pt x="2996347" y="291703"/>
                </a:cubicBezTo>
                <a:cubicBezTo>
                  <a:pt x="2998536" y="305991"/>
                  <a:pt x="2998012" y="323155"/>
                  <a:pt x="2994775" y="343198"/>
                </a:cubicBezTo>
                <a:lnTo>
                  <a:pt x="2980524" y="443805"/>
                </a:lnTo>
                <a:lnTo>
                  <a:pt x="3033986" y="446782"/>
                </a:lnTo>
                <a:lnTo>
                  <a:pt x="3026903" y="467618"/>
                </a:lnTo>
                <a:cubicBezTo>
                  <a:pt x="3013391" y="470595"/>
                  <a:pt x="3001205" y="472877"/>
                  <a:pt x="2990347" y="474464"/>
                </a:cubicBezTo>
                <a:cubicBezTo>
                  <a:pt x="2979489" y="476052"/>
                  <a:pt x="2966420" y="476845"/>
                  <a:pt x="2951140" y="476845"/>
                </a:cubicBezTo>
                <a:cubicBezTo>
                  <a:pt x="2923161" y="476845"/>
                  <a:pt x="2903018" y="472033"/>
                  <a:pt x="2890711" y="462409"/>
                </a:cubicBezTo>
                <a:cubicBezTo>
                  <a:pt x="2878405" y="452785"/>
                  <a:pt x="2874945" y="435670"/>
                  <a:pt x="2880331" y="411063"/>
                </a:cubicBezTo>
                <a:lnTo>
                  <a:pt x="2891098" y="326827"/>
                </a:lnTo>
                <a:cubicBezTo>
                  <a:pt x="2895426" y="301823"/>
                  <a:pt x="2894918" y="283170"/>
                  <a:pt x="2889574" y="270867"/>
                </a:cubicBezTo>
                <a:cubicBezTo>
                  <a:pt x="2884231" y="258564"/>
                  <a:pt x="2869851" y="252413"/>
                  <a:pt x="2846435" y="252413"/>
                </a:cubicBezTo>
                <a:lnTo>
                  <a:pt x="2816372" y="252413"/>
                </a:lnTo>
                <a:cubicBezTo>
                  <a:pt x="2805516" y="284361"/>
                  <a:pt x="2794844" y="316061"/>
                  <a:pt x="2784353" y="347514"/>
                </a:cubicBezTo>
                <a:cubicBezTo>
                  <a:pt x="2773862" y="378966"/>
                  <a:pt x="2763719" y="410270"/>
                  <a:pt x="2753924" y="441424"/>
                </a:cubicBezTo>
                <a:lnTo>
                  <a:pt x="2808363" y="446782"/>
                </a:lnTo>
                <a:lnTo>
                  <a:pt x="2801280" y="467618"/>
                </a:lnTo>
                <a:close/>
                <a:moveTo>
                  <a:pt x="2186024" y="467618"/>
                </a:moveTo>
                <a:lnTo>
                  <a:pt x="2193107" y="446782"/>
                </a:lnTo>
                <a:lnTo>
                  <a:pt x="2249695" y="441424"/>
                </a:lnTo>
                <a:cubicBezTo>
                  <a:pt x="2261139" y="410666"/>
                  <a:pt x="2272239" y="379611"/>
                  <a:pt x="2282993" y="348258"/>
                </a:cubicBezTo>
                <a:cubicBezTo>
                  <a:pt x="2293747" y="316905"/>
                  <a:pt x="2304519" y="285353"/>
                  <a:pt x="2315309" y="253603"/>
                </a:cubicBezTo>
                <a:lnTo>
                  <a:pt x="2324416" y="226814"/>
                </a:lnTo>
                <a:cubicBezTo>
                  <a:pt x="2335206" y="195064"/>
                  <a:pt x="2345896" y="163463"/>
                  <a:pt x="2356486" y="132011"/>
                </a:cubicBezTo>
                <a:cubicBezTo>
                  <a:pt x="2367076" y="100558"/>
                  <a:pt x="2377202" y="69155"/>
                  <a:pt x="2386863" y="37802"/>
                </a:cubicBezTo>
                <a:lnTo>
                  <a:pt x="2333713" y="33040"/>
                </a:lnTo>
                <a:lnTo>
                  <a:pt x="2340796" y="12204"/>
                </a:lnTo>
                <a:lnTo>
                  <a:pt x="2694412" y="12204"/>
                </a:lnTo>
                <a:lnTo>
                  <a:pt x="2651949" y="133648"/>
                </a:lnTo>
                <a:lnTo>
                  <a:pt x="2617124" y="133648"/>
                </a:lnTo>
                <a:lnTo>
                  <a:pt x="2622323" y="36016"/>
                </a:lnTo>
                <a:lnTo>
                  <a:pt x="2493736" y="36016"/>
                </a:lnTo>
                <a:cubicBezTo>
                  <a:pt x="2482754" y="66576"/>
                  <a:pt x="2471885" y="97532"/>
                  <a:pt x="2461131" y="128885"/>
                </a:cubicBezTo>
                <a:cubicBezTo>
                  <a:pt x="2450376" y="160238"/>
                  <a:pt x="2439503" y="192088"/>
                  <a:pt x="2428512" y="224433"/>
                </a:cubicBezTo>
                <a:lnTo>
                  <a:pt x="2511855" y="224433"/>
                </a:lnTo>
                <a:lnTo>
                  <a:pt x="2544044" y="156865"/>
                </a:lnTo>
                <a:lnTo>
                  <a:pt x="2574405" y="156865"/>
                </a:lnTo>
                <a:lnTo>
                  <a:pt x="2520994" y="314027"/>
                </a:lnTo>
                <a:lnTo>
                  <a:pt x="2490634" y="314027"/>
                </a:lnTo>
                <a:lnTo>
                  <a:pt x="2504963" y="246459"/>
                </a:lnTo>
                <a:lnTo>
                  <a:pt x="2421024" y="246459"/>
                </a:lnTo>
                <a:lnTo>
                  <a:pt x="2420419" y="248245"/>
                </a:lnTo>
                <a:cubicBezTo>
                  <a:pt x="2409158" y="281384"/>
                  <a:pt x="2398165" y="313879"/>
                  <a:pt x="2387440" y="345728"/>
                </a:cubicBezTo>
                <a:cubicBezTo>
                  <a:pt x="2376715" y="377577"/>
                  <a:pt x="2366356" y="409079"/>
                  <a:pt x="2356363" y="440234"/>
                </a:cubicBezTo>
                <a:lnTo>
                  <a:pt x="2419326" y="446782"/>
                </a:lnTo>
                <a:lnTo>
                  <a:pt x="2412243" y="467618"/>
                </a:lnTo>
                <a:close/>
                <a:moveTo>
                  <a:pt x="1624050" y="467618"/>
                </a:moveTo>
                <a:lnTo>
                  <a:pt x="1631133" y="446782"/>
                </a:lnTo>
                <a:lnTo>
                  <a:pt x="1687720" y="441424"/>
                </a:lnTo>
                <a:cubicBezTo>
                  <a:pt x="1699164" y="410666"/>
                  <a:pt x="1710263" y="379611"/>
                  <a:pt x="1721018" y="348258"/>
                </a:cubicBezTo>
                <a:cubicBezTo>
                  <a:pt x="1731772" y="316905"/>
                  <a:pt x="1742545" y="285353"/>
                  <a:pt x="1753335" y="253603"/>
                </a:cubicBezTo>
                <a:lnTo>
                  <a:pt x="1762441" y="226814"/>
                </a:lnTo>
                <a:cubicBezTo>
                  <a:pt x="1773231" y="195064"/>
                  <a:pt x="1783921" y="163463"/>
                  <a:pt x="1794511" y="132011"/>
                </a:cubicBezTo>
                <a:cubicBezTo>
                  <a:pt x="1805101" y="100558"/>
                  <a:pt x="1815227" y="69155"/>
                  <a:pt x="1824888" y="37802"/>
                </a:cubicBezTo>
                <a:lnTo>
                  <a:pt x="1771738" y="33040"/>
                </a:lnTo>
                <a:lnTo>
                  <a:pt x="1778821" y="12204"/>
                </a:lnTo>
                <a:lnTo>
                  <a:pt x="2127377" y="12204"/>
                </a:lnTo>
                <a:lnTo>
                  <a:pt x="2085510" y="133648"/>
                </a:lnTo>
                <a:lnTo>
                  <a:pt x="2050386" y="133648"/>
                </a:lnTo>
                <a:lnTo>
                  <a:pt x="2055288" y="36016"/>
                </a:lnTo>
                <a:lnTo>
                  <a:pt x="1931761" y="36016"/>
                </a:lnTo>
                <a:cubicBezTo>
                  <a:pt x="1920778" y="66576"/>
                  <a:pt x="1909910" y="97532"/>
                  <a:pt x="1899156" y="128885"/>
                </a:cubicBezTo>
                <a:cubicBezTo>
                  <a:pt x="1888401" y="160238"/>
                  <a:pt x="1877529" y="192088"/>
                  <a:pt x="1866537" y="224433"/>
                </a:cubicBezTo>
                <a:lnTo>
                  <a:pt x="1949285" y="224433"/>
                </a:lnTo>
                <a:lnTo>
                  <a:pt x="1981474" y="156865"/>
                </a:lnTo>
                <a:lnTo>
                  <a:pt x="2011835" y="156865"/>
                </a:lnTo>
                <a:lnTo>
                  <a:pt x="1959438" y="311051"/>
                </a:lnTo>
                <a:lnTo>
                  <a:pt x="1929077" y="311051"/>
                </a:lnTo>
                <a:lnTo>
                  <a:pt x="1942393" y="246459"/>
                </a:lnTo>
                <a:lnTo>
                  <a:pt x="1859049" y="246459"/>
                </a:lnTo>
                <a:lnTo>
                  <a:pt x="1858444" y="248245"/>
                </a:lnTo>
                <a:cubicBezTo>
                  <a:pt x="1846978" y="281980"/>
                  <a:pt x="1835782" y="315069"/>
                  <a:pt x="1824855" y="347514"/>
                </a:cubicBezTo>
                <a:cubicBezTo>
                  <a:pt x="1813929" y="379958"/>
                  <a:pt x="1803369" y="412055"/>
                  <a:pt x="1793174" y="443805"/>
                </a:cubicBezTo>
                <a:lnTo>
                  <a:pt x="1930095" y="443805"/>
                </a:lnTo>
                <a:lnTo>
                  <a:pt x="1993171" y="341412"/>
                </a:lnTo>
                <a:lnTo>
                  <a:pt x="2027104" y="341412"/>
                </a:lnTo>
                <a:lnTo>
                  <a:pt x="1985404" y="467618"/>
                </a:lnTo>
                <a:close/>
                <a:moveTo>
                  <a:pt x="1224000" y="467618"/>
                </a:moveTo>
                <a:lnTo>
                  <a:pt x="1231678" y="446782"/>
                </a:lnTo>
                <a:lnTo>
                  <a:pt x="1287670" y="441424"/>
                </a:lnTo>
                <a:cubicBezTo>
                  <a:pt x="1299049" y="410865"/>
                  <a:pt x="1309829" y="380752"/>
                  <a:pt x="1320010" y="351086"/>
                </a:cubicBezTo>
                <a:cubicBezTo>
                  <a:pt x="1330191" y="321419"/>
                  <a:pt x="1339428" y="294382"/>
                  <a:pt x="1347722" y="269974"/>
                </a:cubicBezTo>
                <a:lnTo>
                  <a:pt x="1362391" y="226814"/>
                </a:lnTo>
                <a:cubicBezTo>
                  <a:pt x="1373181" y="195064"/>
                  <a:pt x="1383871" y="163463"/>
                  <a:pt x="1394461" y="132011"/>
                </a:cubicBezTo>
                <a:cubicBezTo>
                  <a:pt x="1405051" y="100558"/>
                  <a:pt x="1415177" y="69155"/>
                  <a:pt x="1424838" y="37802"/>
                </a:cubicBezTo>
                <a:lnTo>
                  <a:pt x="1371688" y="33040"/>
                </a:lnTo>
                <a:lnTo>
                  <a:pt x="1378771" y="12204"/>
                </a:lnTo>
                <a:lnTo>
                  <a:pt x="1599335" y="12204"/>
                </a:lnTo>
                <a:lnTo>
                  <a:pt x="1592251" y="33040"/>
                </a:lnTo>
                <a:lnTo>
                  <a:pt x="1530902" y="38398"/>
                </a:lnTo>
                <a:cubicBezTo>
                  <a:pt x="1519851" y="69155"/>
                  <a:pt x="1509101" y="99764"/>
                  <a:pt x="1498650" y="130225"/>
                </a:cubicBezTo>
                <a:cubicBezTo>
                  <a:pt x="1488200" y="160685"/>
                  <a:pt x="1478322" y="189607"/>
                  <a:pt x="1469017" y="216991"/>
                </a:cubicBezTo>
                <a:lnTo>
                  <a:pt x="1455562" y="256580"/>
                </a:lnTo>
                <a:cubicBezTo>
                  <a:pt x="1445311" y="286742"/>
                  <a:pt x="1434891" y="317550"/>
                  <a:pt x="1424301" y="349002"/>
                </a:cubicBezTo>
                <a:cubicBezTo>
                  <a:pt x="1413711" y="380454"/>
                  <a:pt x="1403319" y="412055"/>
                  <a:pt x="1393124" y="443805"/>
                </a:cubicBezTo>
                <a:lnTo>
                  <a:pt x="1519925" y="443805"/>
                </a:lnTo>
                <a:lnTo>
                  <a:pt x="1588624" y="330994"/>
                </a:lnTo>
                <a:lnTo>
                  <a:pt x="1621663" y="330994"/>
                </a:lnTo>
                <a:lnTo>
                  <a:pt x="1576424" y="467618"/>
                </a:lnTo>
                <a:close/>
                <a:moveTo>
                  <a:pt x="873360" y="467618"/>
                </a:moveTo>
                <a:lnTo>
                  <a:pt x="880444" y="446782"/>
                </a:lnTo>
                <a:lnTo>
                  <a:pt x="944082" y="440829"/>
                </a:lnTo>
                <a:cubicBezTo>
                  <a:pt x="949399" y="426343"/>
                  <a:pt x="954534" y="412105"/>
                  <a:pt x="959488" y="398115"/>
                </a:cubicBezTo>
                <a:cubicBezTo>
                  <a:pt x="964441" y="384125"/>
                  <a:pt x="969851" y="368498"/>
                  <a:pt x="975719" y="351234"/>
                </a:cubicBezTo>
                <a:cubicBezTo>
                  <a:pt x="981587" y="333970"/>
                  <a:pt x="988634" y="313234"/>
                  <a:pt x="996860" y="289024"/>
                </a:cubicBezTo>
                <a:lnTo>
                  <a:pt x="959020" y="36016"/>
                </a:lnTo>
                <a:lnTo>
                  <a:pt x="926692" y="33040"/>
                </a:lnTo>
                <a:lnTo>
                  <a:pt x="933775" y="12204"/>
                </a:lnTo>
                <a:lnTo>
                  <a:pt x="1145111" y="12204"/>
                </a:lnTo>
                <a:lnTo>
                  <a:pt x="1138028" y="33040"/>
                </a:lnTo>
                <a:lnTo>
                  <a:pt x="1075878" y="38993"/>
                </a:lnTo>
                <a:lnTo>
                  <a:pt x="1100719" y="247055"/>
                </a:lnTo>
                <a:lnTo>
                  <a:pt x="1264881" y="40779"/>
                </a:lnTo>
                <a:lnTo>
                  <a:pt x="1207680" y="33040"/>
                </a:lnTo>
                <a:lnTo>
                  <a:pt x="1214763" y="12204"/>
                </a:lnTo>
                <a:lnTo>
                  <a:pt x="1357340" y="12204"/>
                </a:lnTo>
                <a:lnTo>
                  <a:pt x="1350257" y="33040"/>
                </a:lnTo>
                <a:lnTo>
                  <a:pt x="1297823" y="40184"/>
                </a:lnTo>
                <a:lnTo>
                  <a:pt x="1105616" y="272058"/>
                </a:lnTo>
                <a:cubicBezTo>
                  <a:pt x="1096175" y="299839"/>
                  <a:pt x="1088232" y="323354"/>
                  <a:pt x="1081789" y="342602"/>
                </a:cubicBezTo>
                <a:cubicBezTo>
                  <a:pt x="1075346" y="361851"/>
                  <a:pt x="1069579" y="379115"/>
                  <a:pt x="1064486" y="394395"/>
                </a:cubicBezTo>
                <a:cubicBezTo>
                  <a:pt x="1059393" y="409674"/>
                  <a:pt x="1054382" y="425152"/>
                  <a:pt x="1049452" y="440829"/>
                </a:cubicBezTo>
                <a:lnTo>
                  <a:pt x="1109639" y="446782"/>
                </a:lnTo>
                <a:lnTo>
                  <a:pt x="1102556" y="467618"/>
                </a:lnTo>
                <a:close/>
                <a:moveTo>
                  <a:pt x="435210" y="467618"/>
                </a:moveTo>
                <a:lnTo>
                  <a:pt x="442294" y="446782"/>
                </a:lnTo>
                <a:lnTo>
                  <a:pt x="505932" y="440829"/>
                </a:lnTo>
                <a:cubicBezTo>
                  <a:pt x="516911" y="410270"/>
                  <a:pt x="527761" y="379363"/>
                  <a:pt x="538481" y="348109"/>
                </a:cubicBezTo>
                <a:cubicBezTo>
                  <a:pt x="549201" y="316855"/>
                  <a:pt x="559956" y="285353"/>
                  <a:pt x="570746" y="253603"/>
                </a:cubicBezTo>
                <a:lnTo>
                  <a:pt x="579853" y="226814"/>
                </a:lnTo>
                <a:cubicBezTo>
                  <a:pt x="590711" y="194866"/>
                  <a:pt x="601519" y="162917"/>
                  <a:pt x="612276" y="130969"/>
                </a:cubicBezTo>
                <a:cubicBezTo>
                  <a:pt x="623034" y="99020"/>
                  <a:pt x="633443" y="67370"/>
                  <a:pt x="643505" y="36016"/>
                </a:cubicBezTo>
                <a:lnTo>
                  <a:pt x="559268" y="36016"/>
                </a:lnTo>
                <a:lnTo>
                  <a:pt x="492691" y="142577"/>
                </a:lnTo>
                <a:lnTo>
                  <a:pt x="456674" y="142577"/>
                </a:lnTo>
                <a:lnTo>
                  <a:pt x="503364" y="12204"/>
                </a:lnTo>
                <a:lnTo>
                  <a:pt x="905796" y="12204"/>
                </a:lnTo>
                <a:lnTo>
                  <a:pt x="863868" y="142577"/>
                </a:lnTo>
                <a:lnTo>
                  <a:pt x="828447" y="142577"/>
                </a:lnTo>
                <a:lnTo>
                  <a:pt x="833707" y="36016"/>
                </a:lnTo>
                <a:lnTo>
                  <a:pt x="748875" y="36016"/>
                </a:lnTo>
                <a:cubicBezTo>
                  <a:pt x="737623" y="67370"/>
                  <a:pt x="726552" y="98921"/>
                  <a:pt x="715663" y="130671"/>
                </a:cubicBezTo>
                <a:cubicBezTo>
                  <a:pt x="704774" y="162421"/>
                  <a:pt x="693833" y="194469"/>
                  <a:pt x="682842" y="226814"/>
                </a:cubicBezTo>
                <a:lnTo>
                  <a:pt x="673940" y="253008"/>
                </a:lnTo>
                <a:cubicBezTo>
                  <a:pt x="663351" y="284163"/>
                  <a:pt x="652762" y="315466"/>
                  <a:pt x="642172" y="346918"/>
                </a:cubicBezTo>
                <a:cubicBezTo>
                  <a:pt x="631582" y="378371"/>
                  <a:pt x="621292" y="409674"/>
                  <a:pt x="611302" y="440829"/>
                </a:cubicBezTo>
                <a:lnTo>
                  <a:pt x="671489" y="446782"/>
                </a:lnTo>
                <a:lnTo>
                  <a:pt x="664406" y="467618"/>
                </a:lnTo>
                <a:close/>
                <a:moveTo>
                  <a:pt x="0" y="443210"/>
                </a:moveTo>
                <a:lnTo>
                  <a:pt x="40072" y="338435"/>
                </a:lnTo>
                <a:lnTo>
                  <a:pt x="75493" y="338435"/>
                </a:lnTo>
                <a:lnTo>
                  <a:pt x="71628" y="444401"/>
                </a:lnTo>
                <a:cubicBezTo>
                  <a:pt x="79609" y="447774"/>
                  <a:pt x="88125" y="450155"/>
                  <a:pt x="97177" y="451545"/>
                </a:cubicBezTo>
                <a:cubicBezTo>
                  <a:pt x="106230" y="452934"/>
                  <a:pt x="116610" y="453628"/>
                  <a:pt x="128317" y="453628"/>
                </a:cubicBezTo>
                <a:cubicBezTo>
                  <a:pt x="158480" y="453628"/>
                  <a:pt x="183940" y="446881"/>
                  <a:pt x="204699" y="433387"/>
                </a:cubicBezTo>
                <a:cubicBezTo>
                  <a:pt x="225457" y="419894"/>
                  <a:pt x="239883" y="401241"/>
                  <a:pt x="247975" y="377428"/>
                </a:cubicBezTo>
                <a:cubicBezTo>
                  <a:pt x="255057" y="356592"/>
                  <a:pt x="255762" y="339923"/>
                  <a:pt x="250089" y="327422"/>
                </a:cubicBezTo>
                <a:cubicBezTo>
                  <a:pt x="244416" y="314920"/>
                  <a:pt x="231196" y="303312"/>
                  <a:pt x="210429" y="292596"/>
                </a:cubicBezTo>
                <a:lnTo>
                  <a:pt x="185607" y="279797"/>
                </a:lnTo>
                <a:cubicBezTo>
                  <a:pt x="150933" y="261541"/>
                  <a:pt x="126841" y="241052"/>
                  <a:pt x="113330" y="218331"/>
                </a:cubicBezTo>
                <a:cubicBezTo>
                  <a:pt x="99819" y="195610"/>
                  <a:pt x="99302" y="165894"/>
                  <a:pt x="111779" y="129183"/>
                </a:cubicBezTo>
                <a:cubicBezTo>
                  <a:pt x="121084" y="101798"/>
                  <a:pt x="135903" y="78482"/>
                  <a:pt x="156237" y="59234"/>
                </a:cubicBezTo>
                <a:cubicBezTo>
                  <a:pt x="176570" y="39985"/>
                  <a:pt x="200908" y="25301"/>
                  <a:pt x="229251" y="15181"/>
                </a:cubicBezTo>
                <a:cubicBezTo>
                  <a:pt x="257593" y="5060"/>
                  <a:pt x="288334" y="0"/>
                  <a:pt x="321473" y="0"/>
                </a:cubicBezTo>
                <a:cubicBezTo>
                  <a:pt x="345285" y="0"/>
                  <a:pt x="366615" y="3076"/>
                  <a:pt x="385460" y="9227"/>
                </a:cubicBezTo>
                <a:cubicBezTo>
                  <a:pt x="404305" y="15379"/>
                  <a:pt x="420307" y="23912"/>
                  <a:pt x="433466" y="34826"/>
                </a:cubicBezTo>
                <a:lnTo>
                  <a:pt x="394022" y="134243"/>
                </a:lnTo>
                <a:lnTo>
                  <a:pt x="358601" y="134243"/>
                </a:lnTo>
                <a:lnTo>
                  <a:pt x="362038" y="33040"/>
                </a:lnTo>
                <a:cubicBezTo>
                  <a:pt x="356832" y="30262"/>
                  <a:pt x="351239" y="28327"/>
                  <a:pt x="345260" y="27236"/>
                </a:cubicBezTo>
                <a:cubicBezTo>
                  <a:pt x="339281" y="26144"/>
                  <a:pt x="332520" y="25598"/>
                  <a:pt x="324980" y="25598"/>
                </a:cubicBezTo>
                <a:cubicBezTo>
                  <a:pt x="298389" y="25598"/>
                  <a:pt x="275031" y="31998"/>
                  <a:pt x="254905" y="44797"/>
                </a:cubicBezTo>
                <a:cubicBezTo>
                  <a:pt x="234779" y="57597"/>
                  <a:pt x="220839" y="75406"/>
                  <a:pt x="213084" y="98227"/>
                </a:cubicBezTo>
                <a:cubicBezTo>
                  <a:pt x="205934" y="119261"/>
                  <a:pt x="205874" y="136079"/>
                  <a:pt x="212903" y="148679"/>
                </a:cubicBezTo>
                <a:cubicBezTo>
                  <a:pt x="219932" y="161280"/>
                  <a:pt x="232378" y="172541"/>
                  <a:pt x="250240" y="182463"/>
                </a:cubicBezTo>
                <a:lnTo>
                  <a:pt x="277727" y="197049"/>
                </a:lnTo>
                <a:cubicBezTo>
                  <a:pt x="303304" y="210542"/>
                  <a:pt x="322893" y="224135"/>
                  <a:pt x="336495" y="237827"/>
                </a:cubicBezTo>
                <a:cubicBezTo>
                  <a:pt x="350098" y="251520"/>
                  <a:pt x="358118" y="266750"/>
                  <a:pt x="360557" y="283518"/>
                </a:cubicBezTo>
                <a:cubicBezTo>
                  <a:pt x="362995" y="300286"/>
                  <a:pt x="360303" y="320179"/>
                  <a:pt x="352480" y="343198"/>
                </a:cubicBezTo>
                <a:cubicBezTo>
                  <a:pt x="338723" y="383679"/>
                  <a:pt x="312463" y="416570"/>
                  <a:pt x="273701" y="441871"/>
                </a:cubicBezTo>
                <a:cubicBezTo>
                  <a:pt x="234940" y="467172"/>
                  <a:pt x="186983" y="479822"/>
                  <a:pt x="129833" y="479822"/>
                </a:cubicBezTo>
                <a:cubicBezTo>
                  <a:pt x="104830" y="479822"/>
                  <a:pt x="80543" y="476697"/>
                  <a:pt x="56971" y="470446"/>
                </a:cubicBezTo>
                <a:cubicBezTo>
                  <a:pt x="33398" y="464195"/>
                  <a:pt x="14408" y="455116"/>
                  <a:pt x="0" y="44321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16290" y="4478174"/>
            <a:ext cx="46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20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世纪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70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年代嬉皮复古风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479095" y="4967395"/>
            <a:ext cx="5081814" cy="613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rgbClr val="1F2329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喇叭裤舒展随性姿态，印花衬衫晕染自由气息，配饰多搭流苏与天然石，满是反主流的浪漫与不羁。</a:t>
            </a:r>
          </a:p>
        </p:txBody>
      </p:sp>
      <p:sp>
        <p:nvSpPr>
          <p:cNvPr id="24" name="任意多边形: 形状 23"/>
          <p:cNvSpPr/>
          <p:nvPr/>
        </p:nvSpPr>
        <p:spPr>
          <a:xfrm>
            <a:off x="0" y="4155279"/>
            <a:ext cx="2019300" cy="1813979"/>
          </a:xfrm>
          <a:custGeom>
            <a:avLst/>
            <a:gdLst>
              <a:gd name="connsiteX0" fmla="*/ 0 w 2019300"/>
              <a:gd name="connsiteY0" fmla="*/ 0 h 1813979"/>
              <a:gd name="connsiteX1" fmla="*/ 2019300 w 2019300"/>
              <a:gd name="connsiteY1" fmla="*/ 0 h 1813979"/>
              <a:gd name="connsiteX2" fmla="*/ 2019300 w 2019300"/>
              <a:gd name="connsiteY2" fmla="*/ 1813979 h 1813979"/>
              <a:gd name="connsiteX3" fmla="*/ 0 w 2019300"/>
              <a:gd name="connsiteY3" fmla="*/ 1813979 h 181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9300" h="1813979">
                <a:moveTo>
                  <a:pt x="0" y="0"/>
                </a:moveTo>
                <a:lnTo>
                  <a:pt x="2019300" y="0"/>
                </a:lnTo>
                <a:lnTo>
                  <a:pt x="2019300" y="1813979"/>
                </a:lnTo>
                <a:lnTo>
                  <a:pt x="0" y="1813979"/>
                </a:lnTo>
                <a:close/>
              </a:path>
            </a:pathLst>
          </a:custGeom>
          <a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931032" y="828999"/>
            <a:ext cx="2087939" cy="5200001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151717" y="828999"/>
            <a:ext cx="2944283" cy="5200001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6" name="矩形 5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228746" y="1323982"/>
            <a:ext cx="6734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Heavy"/>
                <a:cs typeface="+mn-cs"/>
              </a:rPr>
              <a:t>复古风格的搭配原则</a:t>
            </a:r>
          </a:p>
        </p:txBody>
      </p:sp>
      <p:sp>
        <p:nvSpPr>
          <p:cNvPr id="10" name="任意多边形: 形状 9"/>
          <p:cNvSpPr/>
          <p:nvPr/>
        </p:nvSpPr>
        <p:spPr>
          <a:xfrm>
            <a:off x="6359439" y="2077228"/>
            <a:ext cx="1158962" cy="114429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59439" y="2407658"/>
            <a:ext cx="5005247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rgbClr val="1F2329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搭配时需遵循和谐统一与重点突出原则。整体风格要保持一致，若选择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50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年代复古服饰，配饰也应呼应该时代特点。同时，避免元素堆砌，确定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1-2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个复古重点元素，其他部分做简约处理，让复古风格既鲜明又不杂乱，展现出协调的美感</a:t>
            </a:r>
          </a:p>
        </p:txBody>
      </p:sp>
      <p:sp>
        <p:nvSpPr>
          <p:cNvPr id="13" name="任意多边形: 形状 12"/>
          <p:cNvSpPr/>
          <p:nvPr/>
        </p:nvSpPr>
        <p:spPr>
          <a:xfrm>
            <a:off x="4690232" y="3791543"/>
            <a:ext cx="6570736" cy="1800343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9173" y="5652707"/>
            <a:ext cx="6734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Matching principles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60000"/>
                  <a:lumOff val="4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315200" y="5975872"/>
            <a:ext cx="394576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019767" y="4130266"/>
            <a:ext cx="5911666" cy="10239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rgbClr val="1F2329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备注：搭配核心是 “协调中留亮点”。比如选复古格纹西装，可配简约纯色内搭与基础款皮鞋，避免再搭复古领结、怀表等，以防杂乱；家居选复古藤椅，软装用素色棉麻面料，平衡年代感与整洁感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11107" y="6029588"/>
            <a:ext cx="4826845" cy="228648"/>
          </a:xfrm>
          <a:custGeom>
            <a:avLst/>
            <a:gdLst/>
            <a:ahLst/>
            <a:cxnLst/>
            <a:rect l="l" t="t" r="r" b="b"/>
            <a:pathLst>
              <a:path w="4826845" h="228648">
                <a:moveTo>
                  <a:pt x="2041478" y="121269"/>
                </a:moveTo>
                <a:cubicBezTo>
                  <a:pt x="2035890" y="126329"/>
                  <a:pt x="2031242" y="131575"/>
                  <a:pt x="2027535" y="137008"/>
                </a:cubicBezTo>
                <a:cubicBezTo>
                  <a:pt x="2023829" y="142440"/>
                  <a:pt x="2020686" y="148951"/>
                  <a:pt x="2018107" y="156541"/>
                </a:cubicBezTo>
                <a:cubicBezTo>
                  <a:pt x="2012442" y="173210"/>
                  <a:pt x="2013995" y="186046"/>
                  <a:pt x="2022767" y="195050"/>
                </a:cubicBezTo>
                <a:cubicBezTo>
                  <a:pt x="2031539" y="204055"/>
                  <a:pt x="2046342" y="208557"/>
                  <a:pt x="2067178" y="208557"/>
                </a:cubicBezTo>
                <a:cubicBezTo>
                  <a:pt x="2097242" y="208557"/>
                  <a:pt x="2121106" y="204352"/>
                  <a:pt x="2138773" y="195944"/>
                </a:cubicBezTo>
                <a:cubicBezTo>
                  <a:pt x="2156439" y="187535"/>
                  <a:pt x="2167522" y="176707"/>
                  <a:pt x="2172022" y="163462"/>
                </a:cubicBezTo>
                <a:cubicBezTo>
                  <a:pt x="2175361" y="153639"/>
                  <a:pt x="2175319" y="145007"/>
                  <a:pt x="2171895" y="137566"/>
                </a:cubicBezTo>
                <a:cubicBezTo>
                  <a:pt x="2168470" y="130124"/>
                  <a:pt x="2159466" y="126404"/>
                  <a:pt x="2144881" y="126404"/>
                </a:cubicBezTo>
                <a:lnTo>
                  <a:pt x="2094204" y="126404"/>
                </a:lnTo>
                <a:cubicBezTo>
                  <a:pt x="2080661" y="126404"/>
                  <a:pt x="2070134" y="126069"/>
                  <a:pt x="2062623" y="125399"/>
                </a:cubicBezTo>
                <a:cubicBezTo>
                  <a:pt x="2055111" y="124729"/>
                  <a:pt x="2048063" y="123353"/>
                  <a:pt x="2041478" y="121269"/>
                </a:cubicBezTo>
                <a:close/>
                <a:moveTo>
                  <a:pt x="4684477" y="0"/>
                </a:moveTo>
                <a:lnTo>
                  <a:pt x="4826560" y="0"/>
                </a:lnTo>
                <a:lnTo>
                  <a:pt x="4826845" y="33981"/>
                </a:lnTo>
                <a:cubicBezTo>
                  <a:pt x="4817841" y="60473"/>
                  <a:pt x="4800852" y="81123"/>
                  <a:pt x="4775876" y="95931"/>
                </a:cubicBezTo>
                <a:cubicBezTo>
                  <a:pt x="4750902" y="110739"/>
                  <a:pt x="4721150" y="118144"/>
                  <a:pt x="4686622" y="118144"/>
                </a:cubicBezTo>
                <a:cubicBezTo>
                  <a:pt x="4668911" y="118144"/>
                  <a:pt x="4653458" y="116209"/>
                  <a:pt x="4640263" y="112339"/>
                </a:cubicBezTo>
                <a:cubicBezTo>
                  <a:pt x="4627067" y="108470"/>
                  <a:pt x="4614987" y="102740"/>
                  <a:pt x="4604022" y="95150"/>
                </a:cubicBezTo>
                <a:lnTo>
                  <a:pt x="4628687" y="33088"/>
                </a:lnTo>
                <a:lnTo>
                  <a:pt x="4657932" y="33088"/>
                </a:lnTo>
                <a:lnTo>
                  <a:pt x="4651733" y="93364"/>
                </a:lnTo>
                <a:cubicBezTo>
                  <a:pt x="4656579" y="95745"/>
                  <a:pt x="4661827" y="97494"/>
                  <a:pt x="4667475" y="98610"/>
                </a:cubicBezTo>
                <a:cubicBezTo>
                  <a:pt x="4673124" y="99726"/>
                  <a:pt x="4679594" y="100284"/>
                  <a:pt x="4686887" y="100284"/>
                </a:cubicBezTo>
                <a:cubicBezTo>
                  <a:pt x="4704300" y="100284"/>
                  <a:pt x="4718682" y="97159"/>
                  <a:pt x="4730034" y="90908"/>
                </a:cubicBezTo>
                <a:cubicBezTo>
                  <a:pt x="4741386" y="84657"/>
                  <a:pt x="4749185" y="75281"/>
                  <a:pt x="4753434" y="62780"/>
                </a:cubicBezTo>
                <a:cubicBezTo>
                  <a:pt x="4756723" y="53106"/>
                  <a:pt x="4756628" y="44734"/>
                  <a:pt x="4753152" y="37665"/>
                </a:cubicBezTo>
                <a:cubicBezTo>
                  <a:pt x="4749675" y="30595"/>
                  <a:pt x="4739770" y="24159"/>
                  <a:pt x="4723436" y="18354"/>
                </a:cubicBezTo>
                <a:lnTo>
                  <a:pt x="4699451" y="10764"/>
                </a:lnTo>
                <a:close/>
                <a:moveTo>
                  <a:pt x="4371045" y="0"/>
                </a:moveTo>
                <a:lnTo>
                  <a:pt x="4448641" y="0"/>
                </a:lnTo>
                <a:lnTo>
                  <a:pt x="4442921" y="42911"/>
                </a:lnTo>
                <a:cubicBezTo>
                  <a:pt x="4445131" y="57645"/>
                  <a:pt x="4450952" y="68435"/>
                  <a:pt x="4460383" y="75281"/>
                </a:cubicBezTo>
                <a:cubicBezTo>
                  <a:pt x="4469813" y="82127"/>
                  <a:pt x="4481673" y="85550"/>
                  <a:pt x="4495960" y="85550"/>
                </a:cubicBezTo>
                <a:cubicBezTo>
                  <a:pt x="4512034" y="85550"/>
                  <a:pt x="4526391" y="82388"/>
                  <a:pt x="4539034" y="76062"/>
                </a:cubicBezTo>
                <a:cubicBezTo>
                  <a:pt x="4551676" y="69737"/>
                  <a:pt x="4563489" y="61366"/>
                  <a:pt x="4574472" y="50948"/>
                </a:cubicBezTo>
                <a:lnTo>
                  <a:pt x="4581357" y="56305"/>
                </a:lnTo>
                <a:cubicBezTo>
                  <a:pt x="4565305" y="75951"/>
                  <a:pt x="4546627" y="91168"/>
                  <a:pt x="4525323" y="101958"/>
                </a:cubicBezTo>
                <a:cubicBezTo>
                  <a:pt x="4504020" y="112749"/>
                  <a:pt x="4481686" y="118144"/>
                  <a:pt x="4458319" y="118144"/>
                </a:cubicBezTo>
                <a:cubicBezTo>
                  <a:pt x="4433167" y="118144"/>
                  <a:pt x="4412502" y="112935"/>
                  <a:pt x="4396323" y="102517"/>
                </a:cubicBezTo>
                <a:cubicBezTo>
                  <a:pt x="4380143" y="92099"/>
                  <a:pt x="4369737" y="76955"/>
                  <a:pt x="4365104" y="57087"/>
                </a:cubicBezTo>
                <a:close/>
                <a:moveTo>
                  <a:pt x="4227452" y="0"/>
                </a:moveTo>
                <a:lnTo>
                  <a:pt x="4301122" y="0"/>
                </a:lnTo>
                <a:lnTo>
                  <a:pt x="4300574" y="1611"/>
                </a:lnTo>
                <a:cubicBezTo>
                  <a:pt x="4295568" y="16345"/>
                  <a:pt x="4290496" y="31600"/>
                  <a:pt x="4285357" y="47376"/>
                </a:cubicBezTo>
                <a:cubicBezTo>
                  <a:pt x="4280219" y="63152"/>
                  <a:pt x="4275345" y="78481"/>
                  <a:pt x="4270733" y="93364"/>
                </a:cubicBezTo>
                <a:lnTo>
                  <a:pt x="4300777" y="96266"/>
                </a:lnTo>
                <a:lnTo>
                  <a:pt x="4295998" y="110330"/>
                </a:lnTo>
                <a:lnTo>
                  <a:pt x="4157588" y="110330"/>
                </a:lnTo>
                <a:lnTo>
                  <a:pt x="4162367" y="96266"/>
                </a:lnTo>
                <a:lnTo>
                  <a:pt x="4194831" y="93364"/>
                </a:lnTo>
                <a:cubicBezTo>
                  <a:pt x="4200038" y="78481"/>
                  <a:pt x="4205446" y="63114"/>
                  <a:pt x="4211057" y="47264"/>
                </a:cubicBezTo>
                <a:cubicBezTo>
                  <a:pt x="4216666" y="31414"/>
                  <a:pt x="4221949" y="16196"/>
                  <a:pt x="4226904" y="1611"/>
                </a:cubicBezTo>
                <a:close/>
                <a:moveTo>
                  <a:pt x="3913127" y="0"/>
                </a:moveTo>
                <a:lnTo>
                  <a:pt x="3987245" y="0"/>
                </a:lnTo>
                <a:lnTo>
                  <a:pt x="3962041" y="74165"/>
                </a:lnTo>
                <a:cubicBezTo>
                  <a:pt x="3966127" y="78779"/>
                  <a:pt x="3970931" y="81830"/>
                  <a:pt x="3976453" y="83318"/>
                </a:cubicBezTo>
                <a:cubicBezTo>
                  <a:pt x="3981975" y="84806"/>
                  <a:pt x="3988531" y="85550"/>
                  <a:pt x="3996121" y="85550"/>
                </a:cubicBezTo>
                <a:cubicBezTo>
                  <a:pt x="4008027" y="85550"/>
                  <a:pt x="4019607" y="82462"/>
                  <a:pt x="4030859" y="76286"/>
                </a:cubicBezTo>
                <a:cubicBezTo>
                  <a:pt x="4042112" y="70109"/>
                  <a:pt x="4052809" y="59654"/>
                  <a:pt x="4062950" y="44920"/>
                </a:cubicBezTo>
                <a:cubicBezTo>
                  <a:pt x="4068021" y="37553"/>
                  <a:pt x="4072905" y="28847"/>
                  <a:pt x="4077603" y="18801"/>
                </a:cubicBezTo>
                <a:lnTo>
                  <a:pt x="4085051" y="0"/>
                </a:lnTo>
                <a:lnTo>
                  <a:pt x="4160701" y="0"/>
                </a:lnTo>
                <a:lnTo>
                  <a:pt x="4129927" y="55747"/>
                </a:lnTo>
                <a:cubicBezTo>
                  <a:pt x="4113004" y="75765"/>
                  <a:pt x="4094301" y="91168"/>
                  <a:pt x="4073817" y="101958"/>
                </a:cubicBezTo>
                <a:cubicBezTo>
                  <a:pt x="4053331" y="112749"/>
                  <a:pt x="4033043" y="118144"/>
                  <a:pt x="4012951" y="118144"/>
                </a:cubicBezTo>
                <a:cubicBezTo>
                  <a:pt x="4000301" y="118144"/>
                  <a:pt x="3989154" y="115688"/>
                  <a:pt x="3979512" y="110777"/>
                </a:cubicBezTo>
                <a:cubicBezTo>
                  <a:pt x="3969869" y="105865"/>
                  <a:pt x="3962183" y="97829"/>
                  <a:pt x="3956453" y="86666"/>
                </a:cubicBezTo>
                <a:lnTo>
                  <a:pt x="3947346" y="113456"/>
                </a:lnTo>
                <a:cubicBezTo>
                  <a:pt x="3942693" y="127148"/>
                  <a:pt x="3937570" y="142440"/>
                  <a:pt x="3931979" y="159332"/>
                </a:cubicBezTo>
                <a:cubicBezTo>
                  <a:pt x="3926387" y="176224"/>
                  <a:pt x="3920706" y="193599"/>
                  <a:pt x="3914935" y="211459"/>
                </a:cubicBezTo>
                <a:lnTo>
                  <a:pt x="3948619" y="215477"/>
                </a:lnTo>
                <a:lnTo>
                  <a:pt x="3944140" y="228648"/>
                </a:lnTo>
                <a:lnTo>
                  <a:pt x="3803944" y="228648"/>
                </a:lnTo>
                <a:lnTo>
                  <a:pt x="3808423" y="215477"/>
                </a:lnTo>
                <a:lnTo>
                  <a:pt x="3840067" y="212352"/>
                </a:lnTo>
                <a:cubicBezTo>
                  <a:pt x="3846388" y="194195"/>
                  <a:pt x="3852530" y="176670"/>
                  <a:pt x="3858494" y="159778"/>
                </a:cubicBezTo>
                <a:cubicBezTo>
                  <a:pt x="3864457" y="142886"/>
                  <a:pt x="3869816" y="127445"/>
                  <a:pt x="3874569" y="113456"/>
                </a:cubicBezTo>
                <a:close/>
                <a:moveTo>
                  <a:pt x="3751649" y="0"/>
                </a:moveTo>
                <a:lnTo>
                  <a:pt x="3825319" y="0"/>
                </a:lnTo>
                <a:lnTo>
                  <a:pt x="3824771" y="1611"/>
                </a:lnTo>
                <a:cubicBezTo>
                  <a:pt x="3821890" y="10094"/>
                  <a:pt x="3818628" y="19805"/>
                  <a:pt x="3814983" y="30744"/>
                </a:cubicBezTo>
                <a:cubicBezTo>
                  <a:pt x="3811339" y="41683"/>
                  <a:pt x="3807720" y="52659"/>
                  <a:pt x="3804126" y="63672"/>
                </a:cubicBezTo>
                <a:cubicBezTo>
                  <a:pt x="3800533" y="74686"/>
                  <a:pt x="3797318" y="84583"/>
                  <a:pt x="3794483" y="93364"/>
                </a:cubicBezTo>
                <a:lnTo>
                  <a:pt x="3821402" y="96266"/>
                </a:lnTo>
                <a:lnTo>
                  <a:pt x="3816622" y="110330"/>
                </a:lnTo>
                <a:lnTo>
                  <a:pt x="3683124" y="110330"/>
                </a:lnTo>
                <a:lnTo>
                  <a:pt x="3687902" y="96266"/>
                </a:lnTo>
                <a:lnTo>
                  <a:pt x="3719027" y="93364"/>
                </a:lnTo>
                <a:cubicBezTo>
                  <a:pt x="3722211" y="84434"/>
                  <a:pt x="3725748" y="74463"/>
                  <a:pt x="3729640" y="63449"/>
                </a:cubicBezTo>
                <a:cubicBezTo>
                  <a:pt x="3733532" y="52436"/>
                  <a:pt x="3737361" y="41497"/>
                  <a:pt x="3741128" y="30633"/>
                </a:cubicBezTo>
                <a:cubicBezTo>
                  <a:pt x="3744895" y="19768"/>
                  <a:pt x="3748220" y="10094"/>
                  <a:pt x="3751101" y="1611"/>
                </a:cubicBezTo>
                <a:close/>
                <a:moveTo>
                  <a:pt x="3456416" y="0"/>
                </a:moveTo>
                <a:lnTo>
                  <a:pt x="3533401" y="0"/>
                </a:lnTo>
                <a:lnTo>
                  <a:pt x="3528273" y="23935"/>
                </a:lnTo>
                <a:cubicBezTo>
                  <a:pt x="3527592" y="37107"/>
                  <a:pt x="3529466" y="48343"/>
                  <a:pt x="3533895" y="57645"/>
                </a:cubicBezTo>
                <a:cubicBezTo>
                  <a:pt x="3542752" y="76248"/>
                  <a:pt x="3559385" y="85550"/>
                  <a:pt x="3583792" y="85550"/>
                </a:cubicBezTo>
                <a:cubicBezTo>
                  <a:pt x="3597187" y="85550"/>
                  <a:pt x="3609906" y="82722"/>
                  <a:pt x="3621948" y="77067"/>
                </a:cubicBezTo>
                <a:cubicBezTo>
                  <a:pt x="3633990" y="71412"/>
                  <a:pt x="3645849" y="63449"/>
                  <a:pt x="3657525" y="53180"/>
                </a:cubicBezTo>
                <a:lnTo>
                  <a:pt x="3664631" y="59208"/>
                </a:lnTo>
                <a:cubicBezTo>
                  <a:pt x="3647641" y="78109"/>
                  <a:pt x="3628893" y="92657"/>
                  <a:pt x="3608387" y="102851"/>
                </a:cubicBezTo>
                <a:cubicBezTo>
                  <a:pt x="3587882" y="113046"/>
                  <a:pt x="3565202" y="118144"/>
                  <a:pt x="3540347" y="118144"/>
                </a:cubicBezTo>
                <a:cubicBezTo>
                  <a:pt x="3517130" y="118144"/>
                  <a:pt x="3497618" y="113046"/>
                  <a:pt x="3481809" y="102851"/>
                </a:cubicBezTo>
                <a:cubicBezTo>
                  <a:pt x="3466001" y="92657"/>
                  <a:pt x="3455643" y="77700"/>
                  <a:pt x="3450735" y="57980"/>
                </a:cubicBezTo>
                <a:close/>
                <a:moveTo>
                  <a:pt x="3326447" y="0"/>
                </a:moveTo>
                <a:lnTo>
                  <a:pt x="3400563" y="0"/>
                </a:lnTo>
                <a:lnTo>
                  <a:pt x="3400016" y="1611"/>
                </a:lnTo>
                <a:cubicBezTo>
                  <a:pt x="3395465" y="15006"/>
                  <a:pt x="3390342" y="30409"/>
                  <a:pt x="3384647" y="47822"/>
                </a:cubicBezTo>
                <a:cubicBezTo>
                  <a:pt x="3378951" y="65235"/>
                  <a:pt x="3374077" y="80565"/>
                  <a:pt x="3370024" y="93810"/>
                </a:cubicBezTo>
                <a:lnTo>
                  <a:pt x="3396646" y="96266"/>
                </a:lnTo>
                <a:lnTo>
                  <a:pt x="3391867" y="110330"/>
                </a:lnTo>
                <a:lnTo>
                  <a:pt x="3259261" y="110330"/>
                </a:lnTo>
                <a:lnTo>
                  <a:pt x="3264040" y="96266"/>
                </a:lnTo>
                <a:lnTo>
                  <a:pt x="3293825" y="93364"/>
                </a:lnTo>
                <a:cubicBezTo>
                  <a:pt x="3296958" y="84583"/>
                  <a:pt x="3300458" y="74723"/>
                  <a:pt x="3304325" y="63784"/>
                </a:cubicBezTo>
                <a:cubicBezTo>
                  <a:pt x="3308192" y="52845"/>
                  <a:pt x="3312009" y="41944"/>
                  <a:pt x="3315775" y="31079"/>
                </a:cubicBezTo>
                <a:cubicBezTo>
                  <a:pt x="3319541" y="20215"/>
                  <a:pt x="3322916" y="10392"/>
                  <a:pt x="3325899" y="1611"/>
                </a:cubicBezTo>
                <a:close/>
                <a:moveTo>
                  <a:pt x="3169284" y="0"/>
                </a:moveTo>
                <a:lnTo>
                  <a:pt x="3242954" y="0"/>
                </a:lnTo>
                <a:lnTo>
                  <a:pt x="3242407" y="1611"/>
                </a:lnTo>
                <a:cubicBezTo>
                  <a:pt x="3239525" y="10094"/>
                  <a:pt x="3236263" y="19805"/>
                  <a:pt x="3232619" y="30744"/>
                </a:cubicBezTo>
                <a:cubicBezTo>
                  <a:pt x="3228975" y="41683"/>
                  <a:pt x="3225343" y="52696"/>
                  <a:pt x="3221725" y="63784"/>
                </a:cubicBezTo>
                <a:cubicBezTo>
                  <a:pt x="3218107" y="74872"/>
                  <a:pt x="3214854" y="84881"/>
                  <a:pt x="3211969" y="93810"/>
                </a:cubicBezTo>
                <a:lnTo>
                  <a:pt x="3237028" y="96266"/>
                </a:lnTo>
                <a:lnTo>
                  <a:pt x="3232249" y="110330"/>
                </a:lnTo>
                <a:lnTo>
                  <a:pt x="3100313" y="110330"/>
                </a:lnTo>
                <a:lnTo>
                  <a:pt x="3105092" y="96266"/>
                </a:lnTo>
                <a:lnTo>
                  <a:pt x="3136663" y="93364"/>
                </a:lnTo>
                <a:cubicBezTo>
                  <a:pt x="3139847" y="84434"/>
                  <a:pt x="3143384" y="74463"/>
                  <a:pt x="3147276" y="63449"/>
                </a:cubicBezTo>
                <a:cubicBezTo>
                  <a:pt x="3151167" y="52436"/>
                  <a:pt x="3154997" y="41497"/>
                  <a:pt x="3158764" y="30633"/>
                </a:cubicBezTo>
                <a:cubicBezTo>
                  <a:pt x="3162531" y="19768"/>
                  <a:pt x="3165855" y="10094"/>
                  <a:pt x="3168737" y="1611"/>
                </a:cubicBezTo>
                <a:close/>
                <a:moveTo>
                  <a:pt x="3008699" y="0"/>
                </a:moveTo>
                <a:lnTo>
                  <a:pt x="3082368" y="0"/>
                </a:lnTo>
                <a:lnTo>
                  <a:pt x="3081821" y="1611"/>
                </a:lnTo>
                <a:cubicBezTo>
                  <a:pt x="3078940" y="10094"/>
                  <a:pt x="3075677" y="19805"/>
                  <a:pt x="3072033" y="30744"/>
                </a:cubicBezTo>
                <a:cubicBezTo>
                  <a:pt x="3068389" y="41683"/>
                  <a:pt x="3064770" y="52659"/>
                  <a:pt x="3061176" y="63672"/>
                </a:cubicBezTo>
                <a:cubicBezTo>
                  <a:pt x="3057582" y="74686"/>
                  <a:pt x="3054368" y="84583"/>
                  <a:pt x="3051533" y="93364"/>
                </a:cubicBezTo>
                <a:lnTo>
                  <a:pt x="3078451" y="96266"/>
                </a:lnTo>
                <a:lnTo>
                  <a:pt x="3073672" y="110330"/>
                </a:lnTo>
                <a:lnTo>
                  <a:pt x="2940174" y="110330"/>
                </a:lnTo>
                <a:lnTo>
                  <a:pt x="2944953" y="96266"/>
                </a:lnTo>
                <a:lnTo>
                  <a:pt x="2976077" y="93364"/>
                </a:lnTo>
                <a:cubicBezTo>
                  <a:pt x="2979261" y="84434"/>
                  <a:pt x="2982799" y="74463"/>
                  <a:pt x="2986690" y="63449"/>
                </a:cubicBezTo>
                <a:cubicBezTo>
                  <a:pt x="2990582" y="52436"/>
                  <a:pt x="2994411" y="41497"/>
                  <a:pt x="2998178" y="30633"/>
                </a:cubicBezTo>
                <a:cubicBezTo>
                  <a:pt x="3001946" y="19768"/>
                  <a:pt x="3005270" y="10094"/>
                  <a:pt x="3008151" y="1611"/>
                </a:cubicBezTo>
                <a:close/>
                <a:moveTo>
                  <a:pt x="2769234" y="0"/>
                </a:moveTo>
                <a:lnTo>
                  <a:pt x="2842904" y="0"/>
                </a:lnTo>
                <a:lnTo>
                  <a:pt x="2842356" y="1611"/>
                </a:lnTo>
                <a:cubicBezTo>
                  <a:pt x="2839524" y="9946"/>
                  <a:pt x="2836337" y="19433"/>
                  <a:pt x="2832795" y="30075"/>
                </a:cubicBezTo>
                <a:cubicBezTo>
                  <a:pt x="2829254" y="40716"/>
                  <a:pt x="2825712" y="51469"/>
                  <a:pt x="2822169" y="62333"/>
                </a:cubicBezTo>
                <a:cubicBezTo>
                  <a:pt x="2818626" y="73197"/>
                  <a:pt x="2815412" y="83095"/>
                  <a:pt x="2812526" y="92024"/>
                </a:cubicBezTo>
                <a:lnTo>
                  <a:pt x="2853051" y="96266"/>
                </a:lnTo>
                <a:lnTo>
                  <a:pt x="2848272" y="110330"/>
                </a:lnTo>
                <a:lnTo>
                  <a:pt x="2699816" y="110330"/>
                </a:lnTo>
                <a:lnTo>
                  <a:pt x="2704595" y="96266"/>
                </a:lnTo>
                <a:lnTo>
                  <a:pt x="2736766" y="92917"/>
                </a:lnTo>
                <a:cubicBezTo>
                  <a:pt x="2739899" y="84136"/>
                  <a:pt x="2743398" y="74277"/>
                  <a:pt x="2747264" y="63338"/>
                </a:cubicBezTo>
                <a:cubicBezTo>
                  <a:pt x="2751130" y="52399"/>
                  <a:pt x="2754947" y="41497"/>
                  <a:pt x="2758714" y="30633"/>
                </a:cubicBezTo>
                <a:cubicBezTo>
                  <a:pt x="2762481" y="19768"/>
                  <a:pt x="2765805" y="10094"/>
                  <a:pt x="2768687" y="1611"/>
                </a:cubicBezTo>
                <a:close/>
                <a:moveTo>
                  <a:pt x="2455802" y="0"/>
                </a:moveTo>
                <a:lnTo>
                  <a:pt x="2529920" y="0"/>
                </a:lnTo>
                <a:lnTo>
                  <a:pt x="2504716" y="74165"/>
                </a:lnTo>
                <a:cubicBezTo>
                  <a:pt x="2508802" y="78779"/>
                  <a:pt x="2513606" y="81830"/>
                  <a:pt x="2519128" y="83318"/>
                </a:cubicBezTo>
                <a:cubicBezTo>
                  <a:pt x="2524650" y="84806"/>
                  <a:pt x="2531206" y="85550"/>
                  <a:pt x="2538796" y="85550"/>
                </a:cubicBezTo>
                <a:cubicBezTo>
                  <a:pt x="2550702" y="85550"/>
                  <a:pt x="2562282" y="82462"/>
                  <a:pt x="2573535" y="76286"/>
                </a:cubicBezTo>
                <a:cubicBezTo>
                  <a:pt x="2584787" y="70109"/>
                  <a:pt x="2595484" y="59654"/>
                  <a:pt x="2605625" y="44920"/>
                </a:cubicBezTo>
                <a:cubicBezTo>
                  <a:pt x="2610696" y="37553"/>
                  <a:pt x="2615580" y="28847"/>
                  <a:pt x="2620278" y="18801"/>
                </a:cubicBezTo>
                <a:lnTo>
                  <a:pt x="2627726" y="0"/>
                </a:lnTo>
                <a:lnTo>
                  <a:pt x="2703375" y="0"/>
                </a:lnTo>
                <a:lnTo>
                  <a:pt x="2672602" y="55747"/>
                </a:lnTo>
                <a:cubicBezTo>
                  <a:pt x="2655679" y="75765"/>
                  <a:pt x="2636976" y="91168"/>
                  <a:pt x="2616491" y="101958"/>
                </a:cubicBezTo>
                <a:cubicBezTo>
                  <a:pt x="2596006" y="112749"/>
                  <a:pt x="2575718" y="118144"/>
                  <a:pt x="2555626" y="118144"/>
                </a:cubicBezTo>
                <a:cubicBezTo>
                  <a:pt x="2542976" y="118144"/>
                  <a:pt x="2531829" y="115688"/>
                  <a:pt x="2522187" y="110777"/>
                </a:cubicBezTo>
                <a:cubicBezTo>
                  <a:pt x="2512545" y="105865"/>
                  <a:pt x="2504859" y="97829"/>
                  <a:pt x="2499129" y="86666"/>
                </a:cubicBezTo>
                <a:lnTo>
                  <a:pt x="2490021" y="113456"/>
                </a:lnTo>
                <a:cubicBezTo>
                  <a:pt x="2485368" y="127148"/>
                  <a:pt x="2480246" y="142440"/>
                  <a:pt x="2474654" y="159332"/>
                </a:cubicBezTo>
                <a:cubicBezTo>
                  <a:pt x="2469062" y="176224"/>
                  <a:pt x="2463381" y="193599"/>
                  <a:pt x="2457609" y="211459"/>
                </a:cubicBezTo>
                <a:lnTo>
                  <a:pt x="2491294" y="215477"/>
                </a:lnTo>
                <a:lnTo>
                  <a:pt x="2486815" y="228648"/>
                </a:lnTo>
                <a:lnTo>
                  <a:pt x="2346619" y="228648"/>
                </a:lnTo>
                <a:lnTo>
                  <a:pt x="2351098" y="215477"/>
                </a:lnTo>
                <a:lnTo>
                  <a:pt x="2382742" y="212352"/>
                </a:lnTo>
                <a:cubicBezTo>
                  <a:pt x="2389063" y="194195"/>
                  <a:pt x="2395205" y="176670"/>
                  <a:pt x="2401169" y="159778"/>
                </a:cubicBezTo>
                <a:cubicBezTo>
                  <a:pt x="2407133" y="142886"/>
                  <a:pt x="2412491" y="127445"/>
                  <a:pt x="2417244" y="113456"/>
                </a:cubicBezTo>
                <a:close/>
                <a:moveTo>
                  <a:pt x="2070897" y="0"/>
                </a:moveTo>
                <a:lnTo>
                  <a:pt x="2123572" y="0"/>
                </a:lnTo>
                <a:lnTo>
                  <a:pt x="2125872" y="4402"/>
                </a:lnTo>
                <a:cubicBezTo>
                  <a:pt x="2129752" y="7601"/>
                  <a:pt x="2135003" y="9201"/>
                  <a:pt x="2141626" y="9201"/>
                </a:cubicBezTo>
                <a:cubicBezTo>
                  <a:pt x="2148174" y="9201"/>
                  <a:pt x="2154513" y="7601"/>
                  <a:pt x="2160642" y="4402"/>
                </a:cubicBezTo>
                <a:lnTo>
                  <a:pt x="2166070" y="0"/>
                </a:lnTo>
                <a:lnTo>
                  <a:pt x="2217413" y="0"/>
                </a:lnTo>
                <a:lnTo>
                  <a:pt x="2199836" y="11992"/>
                </a:lnTo>
                <a:cubicBezTo>
                  <a:pt x="2181605" y="19657"/>
                  <a:pt x="2160583" y="23489"/>
                  <a:pt x="2136771" y="23489"/>
                </a:cubicBezTo>
                <a:cubicBezTo>
                  <a:pt x="2125906" y="23489"/>
                  <a:pt x="2116089" y="22596"/>
                  <a:pt x="2107320" y="20810"/>
                </a:cubicBezTo>
                <a:cubicBezTo>
                  <a:pt x="2098551" y="19024"/>
                  <a:pt x="2090902" y="16568"/>
                  <a:pt x="2084375" y="13443"/>
                </a:cubicBezTo>
                <a:cubicBezTo>
                  <a:pt x="2080626" y="17461"/>
                  <a:pt x="2077374" y="21554"/>
                  <a:pt x="2074618" y="25721"/>
                </a:cubicBezTo>
                <a:cubicBezTo>
                  <a:pt x="2071863" y="29889"/>
                  <a:pt x="2069626" y="34502"/>
                  <a:pt x="2067907" y="39562"/>
                </a:cubicBezTo>
                <a:cubicBezTo>
                  <a:pt x="2065075" y="47897"/>
                  <a:pt x="2065715" y="54222"/>
                  <a:pt x="2069829" y="58538"/>
                </a:cubicBezTo>
                <a:cubicBezTo>
                  <a:pt x="2073943" y="62854"/>
                  <a:pt x="2082400" y="65012"/>
                  <a:pt x="2095199" y="65012"/>
                </a:cubicBezTo>
                <a:lnTo>
                  <a:pt x="2162618" y="65012"/>
                </a:lnTo>
                <a:cubicBezTo>
                  <a:pt x="2187026" y="65012"/>
                  <a:pt x="2205598" y="67951"/>
                  <a:pt x="2218334" y="73830"/>
                </a:cubicBezTo>
                <a:cubicBezTo>
                  <a:pt x="2231071" y="79709"/>
                  <a:pt x="2238943" y="87857"/>
                  <a:pt x="2241951" y="98275"/>
                </a:cubicBezTo>
                <a:cubicBezTo>
                  <a:pt x="2244959" y="108693"/>
                  <a:pt x="2244110" y="120822"/>
                  <a:pt x="2239406" y="134664"/>
                </a:cubicBezTo>
                <a:cubicBezTo>
                  <a:pt x="2233641" y="151630"/>
                  <a:pt x="2222787" y="167257"/>
                  <a:pt x="2206844" y="181544"/>
                </a:cubicBezTo>
                <a:cubicBezTo>
                  <a:pt x="2190901" y="195832"/>
                  <a:pt x="2170573" y="207254"/>
                  <a:pt x="2145861" y="215812"/>
                </a:cubicBezTo>
                <a:cubicBezTo>
                  <a:pt x="2121148" y="224370"/>
                  <a:pt x="2092793" y="228648"/>
                  <a:pt x="2060795" y="228648"/>
                </a:cubicBezTo>
                <a:cubicBezTo>
                  <a:pt x="2032964" y="228648"/>
                  <a:pt x="2012023" y="225784"/>
                  <a:pt x="1997972" y="220054"/>
                </a:cubicBezTo>
                <a:cubicBezTo>
                  <a:pt x="1983920" y="214324"/>
                  <a:pt x="1975065" y="206771"/>
                  <a:pt x="1971405" y="197395"/>
                </a:cubicBezTo>
                <a:cubicBezTo>
                  <a:pt x="1967747" y="188018"/>
                  <a:pt x="1967813" y="177749"/>
                  <a:pt x="1971606" y="166587"/>
                </a:cubicBezTo>
                <a:cubicBezTo>
                  <a:pt x="1975045" y="156467"/>
                  <a:pt x="1982014" y="147128"/>
                  <a:pt x="1992512" y="138570"/>
                </a:cubicBezTo>
                <a:cubicBezTo>
                  <a:pt x="2003011" y="130013"/>
                  <a:pt x="2016936" y="122757"/>
                  <a:pt x="2034288" y="116804"/>
                </a:cubicBezTo>
                <a:cubicBezTo>
                  <a:pt x="2025738" y="112190"/>
                  <a:pt x="2019537" y="106572"/>
                  <a:pt x="2015684" y="99949"/>
                </a:cubicBezTo>
                <a:cubicBezTo>
                  <a:pt x="2011832" y="93327"/>
                  <a:pt x="2011854" y="84285"/>
                  <a:pt x="2015749" y="72825"/>
                </a:cubicBezTo>
                <a:cubicBezTo>
                  <a:pt x="2019644" y="61366"/>
                  <a:pt x="2026335" y="50873"/>
                  <a:pt x="2035823" y="41348"/>
                </a:cubicBezTo>
                <a:cubicBezTo>
                  <a:pt x="2045311" y="31823"/>
                  <a:pt x="2059049" y="20959"/>
                  <a:pt x="2077036" y="8755"/>
                </a:cubicBezTo>
                <a:close/>
                <a:moveTo>
                  <a:pt x="1907222" y="0"/>
                </a:moveTo>
                <a:lnTo>
                  <a:pt x="1981338" y="0"/>
                </a:lnTo>
                <a:lnTo>
                  <a:pt x="1980790" y="1611"/>
                </a:lnTo>
                <a:cubicBezTo>
                  <a:pt x="1976240" y="15006"/>
                  <a:pt x="1971117" y="30409"/>
                  <a:pt x="1965422" y="47822"/>
                </a:cubicBezTo>
                <a:cubicBezTo>
                  <a:pt x="1959727" y="65235"/>
                  <a:pt x="1954853" y="80565"/>
                  <a:pt x="1950799" y="93810"/>
                </a:cubicBezTo>
                <a:lnTo>
                  <a:pt x="1977421" y="96266"/>
                </a:lnTo>
                <a:lnTo>
                  <a:pt x="1972642" y="110330"/>
                </a:lnTo>
                <a:lnTo>
                  <a:pt x="1840036" y="110330"/>
                </a:lnTo>
                <a:lnTo>
                  <a:pt x="1844815" y="96266"/>
                </a:lnTo>
                <a:lnTo>
                  <a:pt x="1874601" y="93364"/>
                </a:lnTo>
                <a:cubicBezTo>
                  <a:pt x="1877733" y="84583"/>
                  <a:pt x="1881233" y="74723"/>
                  <a:pt x="1885100" y="63784"/>
                </a:cubicBezTo>
                <a:cubicBezTo>
                  <a:pt x="1888967" y="52845"/>
                  <a:pt x="1892784" y="41944"/>
                  <a:pt x="1896550" y="31079"/>
                </a:cubicBezTo>
                <a:cubicBezTo>
                  <a:pt x="1900316" y="20215"/>
                  <a:pt x="1903691" y="10392"/>
                  <a:pt x="1906674" y="1611"/>
                </a:cubicBezTo>
                <a:close/>
                <a:moveTo>
                  <a:pt x="1750059" y="0"/>
                </a:moveTo>
                <a:lnTo>
                  <a:pt x="1823729" y="0"/>
                </a:lnTo>
                <a:lnTo>
                  <a:pt x="1823182" y="1611"/>
                </a:lnTo>
                <a:cubicBezTo>
                  <a:pt x="1820300" y="10094"/>
                  <a:pt x="1817038" y="19805"/>
                  <a:pt x="1813394" y="30744"/>
                </a:cubicBezTo>
                <a:cubicBezTo>
                  <a:pt x="1809750" y="41683"/>
                  <a:pt x="1806119" y="52696"/>
                  <a:pt x="1802500" y="63784"/>
                </a:cubicBezTo>
                <a:cubicBezTo>
                  <a:pt x="1798882" y="74872"/>
                  <a:pt x="1795630" y="84881"/>
                  <a:pt x="1792744" y="93810"/>
                </a:cubicBezTo>
                <a:lnTo>
                  <a:pt x="1817803" y="96266"/>
                </a:lnTo>
                <a:lnTo>
                  <a:pt x="1813024" y="110330"/>
                </a:lnTo>
                <a:lnTo>
                  <a:pt x="1681088" y="110330"/>
                </a:lnTo>
                <a:lnTo>
                  <a:pt x="1685867" y="96266"/>
                </a:lnTo>
                <a:lnTo>
                  <a:pt x="1717438" y="93364"/>
                </a:lnTo>
                <a:cubicBezTo>
                  <a:pt x="1720621" y="84434"/>
                  <a:pt x="1724159" y="74463"/>
                  <a:pt x="1728051" y="63449"/>
                </a:cubicBezTo>
                <a:cubicBezTo>
                  <a:pt x="1731942" y="52436"/>
                  <a:pt x="1735772" y="41497"/>
                  <a:pt x="1739539" y="30633"/>
                </a:cubicBezTo>
                <a:cubicBezTo>
                  <a:pt x="1743306" y="19768"/>
                  <a:pt x="1746630" y="10094"/>
                  <a:pt x="1749512" y="1611"/>
                </a:cubicBezTo>
                <a:close/>
                <a:moveTo>
                  <a:pt x="1589474" y="0"/>
                </a:moveTo>
                <a:lnTo>
                  <a:pt x="1663144" y="0"/>
                </a:lnTo>
                <a:lnTo>
                  <a:pt x="1662596" y="1611"/>
                </a:lnTo>
                <a:cubicBezTo>
                  <a:pt x="1659715" y="10094"/>
                  <a:pt x="1656452" y="19805"/>
                  <a:pt x="1652808" y="30744"/>
                </a:cubicBezTo>
                <a:cubicBezTo>
                  <a:pt x="1649164" y="41683"/>
                  <a:pt x="1645545" y="52659"/>
                  <a:pt x="1641951" y="63672"/>
                </a:cubicBezTo>
                <a:cubicBezTo>
                  <a:pt x="1638357" y="74686"/>
                  <a:pt x="1635143" y="84583"/>
                  <a:pt x="1632308" y="93364"/>
                </a:cubicBezTo>
                <a:lnTo>
                  <a:pt x="1659226" y="96266"/>
                </a:lnTo>
                <a:lnTo>
                  <a:pt x="1654448" y="110330"/>
                </a:lnTo>
                <a:lnTo>
                  <a:pt x="1520949" y="110330"/>
                </a:lnTo>
                <a:lnTo>
                  <a:pt x="1525728" y="96266"/>
                </a:lnTo>
                <a:lnTo>
                  <a:pt x="1556852" y="93364"/>
                </a:lnTo>
                <a:cubicBezTo>
                  <a:pt x="1560036" y="84434"/>
                  <a:pt x="1563574" y="74463"/>
                  <a:pt x="1567465" y="63449"/>
                </a:cubicBezTo>
                <a:cubicBezTo>
                  <a:pt x="1571357" y="52436"/>
                  <a:pt x="1575186" y="41497"/>
                  <a:pt x="1578954" y="30633"/>
                </a:cubicBezTo>
                <a:cubicBezTo>
                  <a:pt x="1582721" y="19768"/>
                  <a:pt x="1586045" y="10094"/>
                  <a:pt x="1588926" y="1611"/>
                </a:cubicBezTo>
                <a:close/>
                <a:moveTo>
                  <a:pt x="1423456" y="0"/>
                </a:moveTo>
                <a:lnTo>
                  <a:pt x="1497349" y="0"/>
                </a:lnTo>
                <a:lnTo>
                  <a:pt x="1496801" y="1611"/>
                </a:lnTo>
                <a:cubicBezTo>
                  <a:pt x="1492251" y="15006"/>
                  <a:pt x="1487128" y="30409"/>
                  <a:pt x="1481433" y="47822"/>
                </a:cubicBezTo>
                <a:cubicBezTo>
                  <a:pt x="1475738" y="65235"/>
                  <a:pt x="1470715" y="80565"/>
                  <a:pt x="1466364" y="93810"/>
                </a:cubicBezTo>
                <a:lnTo>
                  <a:pt x="1492986" y="96266"/>
                </a:lnTo>
                <a:lnTo>
                  <a:pt x="1488207" y="110330"/>
                </a:lnTo>
                <a:lnTo>
                  <a:pt x="1355601" y="110330"/>
                </a:lnTo>
                <a:lnTo>
                  <a:pt x="1360380" y="96266"/>
                </a:lnTo>
                <a:lnTo>
                  <a:pt x="1390835" y="93364"/>
                </a:lnTo>
                <a:cubicBezTo>
                  <a:pt x="1393967" y="84583"/>
                  <a:pt x="1397430" y="74723"/>
                  <a:pt x="1401222" y="63784"/>
                </a:cubicBezTo>
                <a:cubicBezTo>
                  <a:pt x="1405015" y="52845"/>
                  <a:pt x="1408832" y="41944"/>
                  <a:pt x="1412672" y="31079"/>
                </a:cubicBezTo>
                <a:cubicBezTo>
                  <a:pt x="1416513" y="20215"/>
                  <a:pt x="1419925" y="10392"/>
                  <a:pt x="1422908" y="1611"/>
                </a:cubicBezTo>
                <a:close/>
                <a:moveTo>
                  <a:pt x="1265177" y="0"/>
                </a:moveTo>
                <a:lnTo>
                  <a:pt x="1338847" y="0"/>
                </a:lnTo>
                <a:lnTo>
                  <a:pt x="1338299" y="1611"/>
                </a:lnTo>
                <a:cubicBezTo>
                  <a:pt x="1335418" y="10094"/>
                  <a:pt x="1332156" y="19805"/>
                  <a:pt x="1328512" y="30744"/>
                </a:cubicBezTo>
                <a:cubicBezTo>
                  <a:pt x="1324868" y="41683"/>
                  <a:pt x="1321237" y="52696"/>
                  <a:pt x="1317618" y="63784"/>
                </a:cubicBezTo>
                <a:cubicBezTo>
                  <a:pt x="1314000" y="74872"/>
                  <a:pt x="1310748" y="84881"/>
                  <a:pt x="1307862" y="93810"/>
                </a:cubicBezTo>
                <a:lnTo>
                  <a:pt x="1333590" y="96266"/>
                </a:lnTo>
                <a:lnTo>
                  <a:pt x="1328812" y="110330"/>
                </a:lnTo>
                <a:lnTo>
                  <a:pt x="1196652" y="110330"/>
                </a:lnTo>
                <a:lnTo>
                  <a:pt x="1201431" y="96266"/>
                </a:lnTo>
                <a:lnTo>
                  <a:pt x="1232556" y="93364"/>
                </a:lnTo>
                <a:cubicBezTo>
                  <a:pt x="1235739" y="84434"/>
                  <a:pt x="1239277" y="74463"/>
                  <a:pt x="1243169" y="63449"/>
                </a:cubicBezTo>
                <a:cubicBezTo>
                  <a:pt x="1247060" y="52436"/>
                  <a:pt x="1250890" y="41497"/>
                  <a:pt x="1254657" y="30633"/>
                </a:cubicBezTo>
                <a:cubicBezTo>
                  <a:pt x="1258424" y="19768"/>
                  <a:pt x="1261748" y="10094"/>
                  <a:pt x="1264630" y="1611"/>
                </a:cubicBezTo>
                <a:close/>
                <a:moveTo>
                  <a:pt x="970391" y="0"/>
                </a:moveTo>
                <a:lnTo>
                  <a:pt x="1047376" y="0"/>
                </a:lnTo>
                <a:lnTo>
                  <a:pt x="1042248" y="23935"/>
                </a:lnTo>
                <a:cubicBezTo>
                  <a:pt x="1041567" y="37107"/>
                  <a:pt x="1043441" y="48343"/>
                  <a:pt x="1047869" y="57645"/>
                </a:cubicBezTo>
                <a:cubicBezTo>
                  <a:pt x="1056727" y="76248"/>
                  <a:pt x="1073360" y="85550"/>
                  <a:pt x="1097768" y="85550"/>
                </a:cubicBezTo>
                <a:cubicBezTo>
                  <a:pt x="1111162" y="85550"/>
                  <a:pt x="1123880" y="82722"/>
                  <a:pt x="1135923" y="77067"/>
                </a:cubicBezTo>
                <a:cubicBezTo>
                  <a:pt x="1147965" y="71412"/>
                  <a:pt x="1159824" y="63449"/>
                  <a:pt x="1171500" y="53180"/>
                </a:cubicBezTo>
                <a:lnTo>
                  <a:pt x="1178606" y="59208"/>
                </a:lnTo>
                <a:cubicBezTo>
                  <a:pt x="1161616" y="78109"/>
                  <a:pt x="1142868" y="92657"/>
                  <a:pt x="1122363" y="102851"/>
                </a:cubicBezTo>
                <a:cubicBezTo>
                  <a:pt x="1101857" y="113046"/>
                  <a:pt x="1079177" y="118144"/>
                  <a:pt x="1054323" y="118144"/>
                </a:cubicBezTo>
                <a:cubicBezTo>
                  <a:pt x="1031105" y="118144"/>
                  <a:pt x="1011593" y="113046"/>
                  <a:pt x="995784" y="102851"/>
                </a:cubicBezTo>
                <a:cubicBezTo>
                  <a:pt x="979976" y="92657"/>
                  <a:pt x="969618" y="77700"/>
                  <a:pt x="964710" y="57980"/>
                </a:cubicBezTo>
                <a:close/>
                <a:moveTo>
                  <a:pt x="813455" y="0"/>
                </a:moveTo>
                <a:lnTo>
                  <a:pt x="886932" y="0"/>
                </a:lnTo>
                <a:lnTo>
                  <a:pt x="869162" y="52287"/>
                </a:lnTo>
                <a:cubicBezTo>
                  <a:pt x="864964" y="64640"/>
                  <a:pt x="864671" y="73607"/>
                  <a:pt x="868281" y="79188"/>
                </a:cubicBezTo>
                <a:cubicBezTo>
                  <a:pt x="871891" y="84769"/>
                  <a:pt x="878236" y="87559"/>
                  <a:pt x="887314" y="87559"/>
                </a:cubicBezTo>
                <a:cubicBezTo>
                  <a:pt x="893119" y="87559"/>
                  <a:pt x="898695" y="86369"/>
                  <a:pt x="904043" y="83988"/>
                </a:cubicBezTo>
                <a:cubicBezTo>
                  <a:pt x="909392" y="81606"/>
                  <a:pt x="915902" y="77886"/>
                  <a:pt x="923573" y="72825"/>
                </a:cubicBezTo>
                <a:lnTo>
                  <a:pt x="928883" y="80192"/>
                </a:lnTo>
                <a:cubicBezTo>
                  <a:pt x="917690" y="92545"/>
                  <a:pt x="905153" y="101958"/>
                  <a:pt x="891270" y="108433"/>
                </a:cubicBezTo>
                <a:cubicBezTo>
                  <a:pt x="877387" y="114907"/>
                  <a:pt x="861664" y="118144"/>
                  <a:pt x="844103" y="118144"/>
                </a:cubicBezTo>
                <a:cubicBezTo>
                  <a:pt x="820737" y="118144"/>
                  <a:pt x="804861" y="112525"/>
                  <a:pt x="796475" y="101289"/>
                </a:cubicBezTo>
                <a:cubicBezTo>
                  <a:pt x="788090" y="90052"/>
                  <a:pt x="788370" y="71709"/>
                  <a:pt x="797316" y="46260"/>
                </a:cubicBezTo>
                <a:cubicBezTo>
                  <a:pt x="800251" y="37628"/>
                  <a:pt x="803057" y="29591"/>
                  <a:pt x="805735" y="22149"/>
                </a:cubicBezTo>
                <a:close/>
                <a:moveTo>
                  <a:pt x="542932" y="0"/>
                </a:moveTo>
                <a:lnTo>
                  <a:pt x="599277" y="0"/>
                </a:lnTo>
                <a:lnTo>
                  <a:pt x="590416" y="5183"/>
                </a:lnTo>
                <a:cubicBezTo>
                  <a:pt x="578339" y="16196"/>
                  <a:pt x="569468" y="30037"/>
                  <a:pt x="563804" y="46706"/>
                </a:cubicBezTo>
                <a:cubicBezTo>
                  <a:pt x="559150" y="60398"/>
                  <a:pt x="558712" y="70556"/>
                  <a:pt x="562489" y="77179"/>
                </a:cubicBezTo>
                <a:cubicBezTo>
                  <a:pt x="566265" y="83802"/>
                  <a:pt x="573586" y="87113"/>
                  <a:pt x="584450" y="87113"/>
                </a:cubicBezTo>
                <a:cubicBezTo>
                  <a:pt x="590552" y="87113"/>
                  <a:pt x="597136" y="85476"/>
                  <a:pt x="604202" y="82202"/>
                </a:cubicBezTo>
                <a:cubicBezTo>
                  <a:pt x="611268" y="78927"/>
                  <a:pt x="620332" y="73495"/>
                  <a:pt x="631394" y="65905"/>
                </a:cubicBezTo>
                <a:lnTo>
                  <a:pt x="653792" y="0"/>
                </a:lnTo>
                <a:lnTo>
                  <a:pt x="725006" y="0"/>
                </a:lnTo>
                <a:lnTo>
                  <a:pt x="701167" y="70146"/>
                </a:lnTo>
                <a:cubicBezTo>
                  <a:pt x="698235" y="78779"/>
                  <a:pt x="697489" y="84806"/>
                  <a:pt x="698930" y="88229"/>
                </a:cubicBezTo>
                <a:cubicBezTo>
                  <a:pt x="700370" y="91652"/>
                  <a:pt x="703249" y="93364"/>
                  <a:pt x="707565" y="93364"/>
                </a:cubicBezTo>
                <a:cubicBezTo>
                  <a:pt x="710988" y="93364"/>
                  <a:pt x="714592" y="92173"/>
                  <a:pt x="718378" y="89792"/>
                </a:cubicBezTo>
                <a:cubicBezTo>
                  <a:pt x="722164" y="87411"/>
                  <a:pt x="727379" y="82797"/>
                  <a:pt x="734022" y="75951"/>
                </a:cubicBezTo>
                <a:lnTo>
                  <a:pt x="739635" y="82425"/>
                </a:lnTo>
                <a:cubicBezTo>
                  <a:pt x="729531" y="95075"/>
                  <a:pt x="718954" y="104191"/>
                  <a:pt x="707905" y="109772"/>
                </a:cubicBezTo>
                <a:cubicBezTo>
                  <a:pt x="696855" y="115353"/>
                  <a:pt x="684038" y="118144"/>
                  <a:pt x="669453" y="118144"/>
                </a:cubicBezTo>
                <a:cubicBezTo>
                  <a:pt x="654273" y="118144"/>
                  <a:pt x="643530" y="114609"/>
                  <a:pt x="637226" y="107540"/>
                </a:cubicBezTo>
                <a:cubicBezTo>
                  <a:pt x="630922" y="100470"/>
                  <a:pt x="628157" y="90759"/>
                  <a:pt x="628931" y="78406"/>
                </a:cubicBezTo>
                <a:cubicBezTo>
                  <a:pt x="618311" y="86890"/>
                  <a:pt x="608417" y="94108"/>
                  <a:pt x="599250" y="100061"/>
                </a:cubicBezTo>
                <a:cubicBezTo>
                  <a:pt x="590083" y="106014"/>
                  <a:pt x="580665" y="110516"/>
                  <a:pt x="570996" y="113567"/>
                </a:cubicBezTo>
                <a:cubicBezTo>
                  <a:pt x="561327" y="116618"/>
                  <a:pt x="550390" y="118144"/>
                  <a:pt x="538187" y="118144"/>
                </a:cubicBezTo>
                <a:cubicBezTo>
                  <a:pt x="518541" y="118144"/>
                  <a:pt x="504402" y="112563"/>
                  <a:pt x="495767" y="101400"/>
                </a:cubicBezTo>
                <a:cubicBezTo>
                  <a:pt x="487133" y="90238"/>
                  <a:pt x="486078" y="75058"/>
                  <a:pt x="492603" y="55859"/>
                </a:cubicBezTo>
                <a:cubicBezTo>
                  <a:pt x="497308" y="42018"/>
                  <a:pt x="504393" y="30037"/>
                  <a:pt x="513860" y="19917"/>
                </a:cubicBezTo>
                <a:close/>
                <a:moveTo>
                  <a:pt x="352205" y="0"/>
                </a:moveTo>
                <a:lnTo>
                  <a:pt x="429442" y="0"/>
                </a:lnTo>
                <a:lnTo>
                  <a:pt x="422398" y="20922"/>
                </a:lnTo>
                <a:cubicBezTo>
                  <a:pt x="414531" y="44511"/>
                  <a:pt x="407000" y="67765"/>
                  <a:pt x="399805" y="90685"/>
                </a:cubicBezTo>
                <a:lnTo>
                  <a:pt x="439295" y="94703"/>
                </a:lnTo>
                <a:lnTo>
                  <a:pt x="433983" y="110330"/>
                </a:lnTo>
                <a:lnTo>
                  <a:pt x="273471" y="110330"/>
                </a:lnTo>
                <a:lnTo>
                  <a:pt x="278784" y="94703"/>
                </a:lnTo>
                <a:lnTo>
                  <a:pt x="320331" y="90685"/>
                </a:lnTo>
                <a:cubicBezTo>
                  <a:pt x="329017" y="67319"/>
                  <a:pt x="337079" y="44474"/>
                  <a:pt x="344516" y="22149"/>
                </a:cubicBezTo>
                <a:close/>
                <a:moveTo>
                  <a:pt x="178702" y="0"/>
                </a:moveTo>
                <a:lnTo>
                  <a:pt x="256260" y="0"/>
                </a:lnTo>
                <a:lnTo>
                  <a:pt x="256777" y="11657"/>
                </a:lnTo>
                <a:lnTo>
                  <a:pt x="265078" y="0"/>
                </a:lnTo>
                <a:lnTo>
                  <a:pt x="285706" y="0"/>
                </a:lnTo>
                <a:lnTo>
                  <a:pt x="207615" y="110330"/>
                </a:lnTo>
                <a:lnTo>
                  <a:pt x="183281" y="110330"/>
                </a:lnTo>
                <a:close/>
                <a:moveTo>
                  <a:pt x="88322" y="0"/>
                </a:moveTo>
                <a:lnTo>
                  <a:pt x="110271" y="0"/>
                </a:lnTo>
                <a:lnTo>
                  <a:pt x="80363" y="88006"/>
                </a:lnTo>
                <a:lnTo>
                  <a:pt x="128765" y="94703"/>
                </a:lnTo>
                <a:lnTo>
                  <a:pt x="123453" y="110330"/>
                </a:lnTo>
                <a:lnTo>
                  <a:pt x="0" y="110330"/>
                </a:lnTo>
                <a:lnTo>
                  <a:pt x="5312" y="94703"/>
                </a:lnTo>
                <a:lnTo>
                  <a:pt x="57666" y="8845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3600" b="0" i="1">
                <a:solidFill>
                  <a:srgbClr val="1F2329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5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直接连接符 387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矩形 389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391" name="任意多边形: 形状 390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2" name="任意多边形: 形状 391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393" name="图形 3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394" name="图形 3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 rot="5400000">
            <a:off x="9794266" y="1410392"/>
            <a:ext cx="3420561" cy="599777"/>
          </a:xfrm>
          <a:custGeom>
            <a:avLst/>
            <a:gdLst/>
            <a:ahLst/>
            <a:cxnLst/>
            <a:rect l="l" t="t" r="r" b="b"/>
            <a:pathLst>
              <a:path w="3420561" h="599777">
                <a:moveTo>
                  <a:pt x="3065978" y="287238"/>
                </a:moveTo>
                <a:lnTo>
                  <a:pt x="3110999" y="287238"/>
                </a:lnTo>
                <a:cubicBezTo>
                  <a:pt x="3139524" y="287238"/>
                  <a:pt x="3162407" y="281533"/>
                  <a:pt x="3179646" y="270123"/>
                </a:cubicBezTo>
                <a:cubicBezTo>
                  <a:pt x="3196885" y="258712"/>
                  <a:pt x="3209474" y="243396"/>
                  <a:pt x="3217411" y="224172"/>
                </a:cubicBezTo>
                <a:cubicBezTo>
                  <a:pt x="3225348" y="204948"/>
                  <a:pt x="3229317" y="183802"/>
                  <a:pt x="3229317" y="160734"/>
                </a:cubicBezTo>
                <a:cubicBezTo>
                  <a:pt x="3229317" y="123031"/>
                  <a:pt x="3219333" y="94195"/>
                  <a:pt x="3199365" y="74228"/>
                </a:cubicBezTo>
                <a:cubicBezTo>
                  <a:pt x="3179397" y="54260"/>
                  <a:pt x="3150191" y="44276"/>
                  <a:pt x="3111743" y="44276"/>
                </a:cubicBezTo>
                <a:lnTo>
                  <a:pt x="3068211" y="44276"/>
                </a:lnTo>
                <a:cubicBezTo>
                  <a:pt x="3067218" y="82723"/>
                  <a:pt x="3066599" y="121915"/>
                  <a:pt x="3066350" y="161850"/>
                </a:cubicBezTo>
                <a:cubicBezTo>
                  <a:pt x="3066102" y="201786"/>
                  <a:pt x="3065978" y="243582"/>
                  <a:pt x="3065978" y="287238"/>
                </a:cubicBezTo>
                <a:close/>
                <a:moveTo>
                  <a:pt x="2869525" y="584522"/>
                </a:moveTo>
                <a:lnTo>
                  <a:pt x="2869525" y="558477"/>
                </a:lnTo>
                <a:lnTo>
                  <a:pt x="2937986" y="551780"/>
                </a:lnTo>
                <a:cubicBezTo>
                  <a:pt x="2939226" y="513333"/>
                  <a:pt x="2939909" y="474513"/>
                  <a:pt x="2940032" y="435322"/>
                </a:cubicBezTo>
                <a:cubicBezTo>
                  <a:pt x="2940156" y="396130"/>
                  <a:pt x="2940218" y="356691"/>
                  <a:pt x="2940218" y="317003"/>
                </a:cubicBezTo>
                <a:lnTo>
                  <a:pt x="2940218" y="283517"/>
                </a:lnTo>
                <a:cubicBezTo>
                  <a:pt x="2940218" y="243830"/>
                  <a:pt x="2940157" y="204328"/>
                  <a:pt x="2940032" y="165013"/>
                </a:cubicBezTo>
                <a:cubicBezTo>
                  <a:pt x="2939909" y="125697"/>
                  <a:pt x="2939227" y="86444"/>
                  <a:pt x="2937986" y="47252"/>
                </a:cubicBezTo>
                <a:lnTo>
                  <a:pt x="2869525" y="41299"/>
                </a:lnTo>
                <a:lnTo>
                  <a:pt x="2869525" y="15254"/>
                </a:lnTo>
                <a:lnTo>
                  <a:pt x="3143741" y="15254"/>
                </a:lnTo>
                <a:cubicBezTo>
                  <a:pt x="3210962" y="15254"/>
                  <a:pt x="3262308" y="27781"/>
                  <a:pt x="3297778" y="52834"/>
                </a:cubicBezTo>
                <a:cubicBezTo>
                  <a:pt x="3333249" y="77886"/>
                  <a:pt x="3350984" y="113109"/>
                  <a:pt x="3350984" y="158501"/>
                </a:cubicBezTo>
                <a:cubicBezTo>
                  <a:pt x="3350984" y="179337"/>
                  <a:pt x="3345775" y="199243"/>
                  <a:pt x="3335357" y="218219"/>
                </a:cubicBezTo>
                <a:cubicBezTo>
                  <a:pt x="3324939" y="237194"/>
                  <a:pt x="3307886" y="253689"/>
                  <a:pt x="3284197" y="267704"/>
                </a:cubicBezTo>
                <a:cubicBezTo>
                  <a:pt x="3260509" y="281719"/>
                  <a:pt x="3228697" y="291827"/>
                  <a:pt x="3188761" y="298028"/>
                </a:cubicBezTo>
                <a:cubicBezTo>
                  <a:pt x="3222000" y="302493"/>
                  <a:pt x="3247921" y="310244"/>
                  <a:pt x="3266524" y="321282"/>
                </a:cubicBezTo>
                <a:cubicBezTo>
                  <a:pt x="3285128" y="332320"/>
                  <a:pt x="3298833" y="346769"/>
                  <a:pt x="3307638" y="364628"/>
                </a:cubicBezTo>
                <a:cubicBezTo>
                  <a:pt x="3316444" y="382488"/>
                  <a:pt x="3323079" y="403944"/>
                  <a:pt x="3327544" y="428997"/>
                </a:cubicBezTo>
                <a:lnTo>
                  <a:pt x="3352472" y="554756"/>
                </a:lnTo>
                <a:lnTo>
                  <a:pt x="3420561" y="558477"/>
                </a:lnTo>
                <a:lnTo>
                  <a:pt x="3420561" y="584522"/>
                </a:lnTo>
                <a:cubicBezTo>
                  <a:pt x="3404934" y="588243"/>
                  <a:pt x="3390672" y="591095"/>
                  <a:pt x="3377773" y="593080"/>
                </a:cubicBezTo>
                <a:cubicBezTo>
                  <a:pt x="3364875" y="595064"/>
                  <a:pt x="3348876" y="596056"/>
                  <a:pt x="3329776" y="596056"/>
                </a:cubicBezTo>
                <a:cubicBezTo>
                  <a:pt x="3294801" y="596056"/>
                  <a:pt x="3267579" y="590041"/>
                  <a:pt x="3248107" y="578011"/>
                </a:cubicBezTo>
                <a:cubicBezTo>
                  <a:pt x="3228635" y="565981"/>
                  <a:pt x="3217039" y="544586"/>
                  <a:pt x="3213318" y="513829"/>
                </a:cubicBezTo>
                <a:lnTo>
                  <a:pt x="3190994" y="408533"/>
                </a:lnTo>
                <a:cubicBezTo>
                  <a:pt x="3185785" y="377279"/>
                  <a:pt x="3177227" y="353962"/>
                  <a:pt x="3165321" y="338583"/>
                </a:cubicBezTo>
                <a:cubicBezTo>
                  <a:pt x="3153415" y="323205"/>
                  <a:pt x="3132827" y="315515"/>
                  <a:pt x="3103557" y="315515"/>
                </a:cubicBezTo>
                <a:lnTo>
                  <a:pt x="3065978" y="315515"/>
                </a:lnTo>
                <a:cubicBezTo>
                  <a:pt x="3065978" y="355451"/>
                  <a:pt x="3066103" y="395076"/>
                  <a:pt x="3066350" y="434392"/>
                </a:cubicBezTo>
                <a:cubicBezTo>
                  <a:pt x="3066599" y="473707"/>
                  <a:pt x="3067219" y="512836"/>
                  <a:pt x="3068211" y="551780"/>
                </a:cubicBezTo>
                <a:lnTo>
                  <a:pt x="3138532" y="558477"/>
                </a:lnTo>
                <a:lnTo>
                  <a:pt x="3138532" y="584522"/>
                </a:lnTo>
                <a:close/>
                <a:moveTo>
                  <a:pt x="2237154" y="41299"/>
                </a:moveTo>
                <a:lnTo>
                  <a:pt x="2237154" y="15254"/>
                </a:lnTo>
                <a:lnTo>
                  <a:pt x="2508394" y="15254"/>
                </a:lnTo>
                <a:lnTo>
                  <a:pt x="2508394" y="41299"/>
                </a:lnTo>
                <a:lnTo>
                  <a:pt x="2435096" y="47997"/>
                </a:lnTo>
                <a:cubicBezTo>
                  <a:pt x="2434103" y="85452"/>
                  <a:pt x="2433484" y="123217"/>
                  <a:pt x="2433235" y="161292"/>
                </a:cubicBezTo>
                <a:cubicBezTo>
                  <a:pt x="2432987" y="199367"/>
                  <a:pt x="2432863" y="237380"/>
                  <a:pt x="2432863" y="275332"/>
                </a:cubicBezTo>
                <a:lnTo>
                  <a:pt x="2432863" y="346769"/>
                </a:lnTo>
                <a:cubicBezTo>
                  <a:pt x="2432863" y="416470"/>
                  <a:pt x="2444398" y="465646"/>
                  <a:pt x="2467466" y="494295"/>
                </a:cubicBezTo>
                <a:cubicBezTo>
                  <a:pt x="2490534" y="522944"/>
                  <a:pt x="2524021" y="537269"/>
                  <a:pt x="2567925" y="537269"/>
                </a:cubicBezTo>
                <a:cubicBezTo>
                  <a:pt x="2612077" y="537269"/>
                  <a:pt x="2646246" y="522262"/>
                  <a:pt x="2670430" y="492249"/>
                </a:cubicBezTo>
                <a:cubicBezTo>
                  <a:pt x="2694615" y="462235"/>
                  <a:pt x="2706335" y="412750"/>
                  <a:pt x="2705591" y="343793"/>
                </a:cubicBezTo>
                <a:lnTo>
                  <a:pt x="2702614" y="52461"/>
                </a:lnTo>
                <a:lnTo>
                  <a:pt x="2615922" y="41299"/>
                </a:lnTo>
                <a:lnTo>
                  <a:pt x="2615922" y="15254"/>
                </a:lnTo>
                <a:lnTo>
                  <a:pt x="2820561" y="15254"/>
                </a:lnTo>
                <a:lnTo>
                  <a:pt x="2820561" y="41299"/>
                </a:lnTo>
                <a:lnTo>
                  <a:pt x="2742426" y="52461"/>
                </a:lnTo>
                <a:lnTo>
                  <a:pt x="2739077" y="345281"/>
                </a:lnTo>
                <a:cubicBezTo>
                  <a:pt x="2738085" y="432841"/>
                  <a:pt x="2719420" y="497147"/>
                  <a:pt x="2683081" y="538199"/>
                </a:cubicBezTo>
                <a:cubicBezTo>
                  <a:pt x="2646742" y="579251"/>
                  <a:pt x="2594838" y="599777"/>
                  <a:pt x="2527369" y="599777"/>
                </a:cubicBezTo>
                <a:cubicBezTo>
                  <a:pt x="2483713" y="599777"/>
                  <a:pt x="2445142" y="592149"/>
                  <a:pt x="2411655" y="576895"/>
                </a:cubicBezTo>
                <a:cubicBezTo>
                  <a:pt x="2378169" y="561640"/>
                  <a:pt x="2352000" y="536339"/>
                  <a:pt x="2333149" y="500992"/>
                </a:cubicBezTo>
                <a:cubicBezTo>
                  <a:pt x="2314297" y="465646"/>
                  <a:pt x="2304871" y="418083"/>
                  <a:pt x="2304871" y="358303"/>
                </a:cubicBezTo>
                <a:lnTo>
                  <a:pt x="2304871" y="275332"/>
                </a:lnTo>
                <a:cubicBezTo>
                  <a:pt x="2304871" y="237876"/>
                  <a:pt x="2304747" y="200049"/>
                  <a:pt x="2304499" y="161850"/>
                </a:cubicBezTo>
                <a:cubicBezTo>
                  <a:pt x="2304251" y="123651"/>
                  <a:pt x="2303631" y="85452"/>
                  <a:pt x="2302639" y="47252"/>
                </a:cubicBezTo>
                <a:close/>
                <a:moveTo>
                  <a:pt x="1767825" y="299516"/>
                </a:moveTo>
                <a:cubicBezTo>
                  <a:pt x="1767825" y="351854"/>
                  <a:pt x="1772600" y="398425"/>
                  <a:pt x="1782150" y="439229"/>
                </a:cubicBezTo>
                <a:cubicBezTo>
                  <a:pt x="1791700" y="480032"/>
                  <a:pt x="1806458" y="512154"/>
                  <a:pt x="1826426" y="535595"/>
                </a:cubicBezTo>
                <a:cubicBezTo>
                  <a:pt x="1846394" y="559035"/>
                  <a:pt x="1872005" y="570755"/>
                  <a:pt x="1903258" y="570755"/>
                </a:cubicBezTo>
                <a:cubicBezTo>
                  <a:pt x="1934264" y="570755"/>
                  <a:pt x="1959751" y="559035"/>
                  <a:pt x="1979719" y="535595"/>
                </a:cubicBezTo>
                <a:cubicBezTo>
                  <a:pt x="1999687" y="512154"/>
                  <a:pt x="2014570" y="480032"/>
                  <a:pt x="2024367" y="439229"/>
                </a:cubicBezTo>
                <a:cubicBezTo>
                  <a:pt x="2034165" y="398425"/>
                  <a:pt x="2039064" y="351854"/>
                  <a:pt x="2039064" y="299516"/>
                </a:cubicBezTo>
                <a:cubicBezTo>
                  <a:pt x="2039064" y="247674"/>
                  <a:pt x="2034165" y="201352"/>
                  <a:pt x="2024367" y="160548"/>
                </a:cubicBezTo>
                <a:cubicBezTo>
                  <a:pt x="2014570" y="119744"/>
                  <a:pt x="1999687" y="87622"/>
                  <a:pt x="1979719" y="64182"/>
                </a:cubicBezTo>
                <a:cubicBezTo>
                  <a:pt x="1959751" y="40741"/>
                  <a:pt x="1934264" y="29021"/>
                  <a:pt x="1903258" y="29021"/>
                </a:cubicBezTo>
                <a:cubicBezTo>
                  <a:pt x="1872005" y="29021"/>
                  <a:pt x="1846394" y="40741"/>
                  <a:pt x="1826426" y="64182"/>
                </a:cubicBezTo>
                <a:cubicBezTo>
                  <a:pt x="1806458" y="87622"/>
                  <a:pt x="1791700" y="119744"/>
                  <a:pt x="1782150" y="160548"/>
                </a:cubicBezTo>
                <a:cubicBezTo>
                  <a:pt x="1772600" y="201352"/>
                  <a:pt x="1767825" y="247674"/>
                  <a:pt x="1767825" y="299516"/>
                </a:cubicBezTo>
                <a:close/>
                <a:moveTo>
                  <a:pt x="1632763" y="299516"/>
                </a:moveTo>
                <a:cubicBezTo>
                  <a:pt x="1632763" y="250403"/>
                  <a:pt x="1640081" y="207181"/>
                  <a:pt x="1654716" y="169850"/>
                </a:cubicBezTo>
                <a:cubicBezTo>
                  <a:pt x="1669350" y="132519"/>
                  <a:pt x="1689318" y="101265"/>
                  <a:pt x="1714619" y="76088"/>
                </a:cubicBezTo>
                <a:cubicBezTo>
                  <a:pt x="1739920" y="50911"/>
                  <a:pt x="1768755" y="31936"/>
                  <a:pt x="1801125" y="19161"/>
                </a:cubicBezTo>
                <a:cubicBezTo>
                  <a:pt x="1833495" y="6387"/>
                  <a:pt x="1867540" y="0"/>
                  <a:pt x="1903258" y="0"/>
                </a:cubicBezTo>
                <a:cubicBezTo>
                  <a:pt x="1938977" y="0"/>
                  <a:pt x="1973084" y="6325"/>
                  <a:pt x="2005578" y="18975"/>
                </a:cubicBezTo>
                <a:cubicBezTo>
                  <a:pt x="2038072" y="31626"/>
                  <a:pt x="2066846" y="50539"/>
                  <a:pt x="2091898" y="75716"/>
                </a:cubicBezTo>
                <a:cubicBezTo>
                  <a:pt x="2116951" y="100893"/>
                  <a:pt x="2136733" y="132146"/>
                  <a:pt x="2151243" y="169478"/>
                </a:cubicBezTo>
                <a:cubicBezTo>
                  <a:pt x="2165754" y="206809"/>
                  <a:pt x="2173009" y="250155"/>
                  <a:pt x="2173009" y="299516"/>
                </a:cubicBezTo>
                <a:cubicBezTo>
                  <a:pt x="2173009" y="349125"/>
                  <a:pt x="2165816" y="392658"/>
                  <a:pt x="2151429" y="430113"/>
                </a:cubicBezTo>
                <a:cubicBezTo>
                  <a:pt x="2137042" y="467568"/>
                  <a:pt x="2117323" y="498884"/>
                  <a:pt x="2092270" y="524061"/>
                </a:cubicBezTo>
                <a:cubicBezTo>
                  <a:pt x="2067218" y="549237"/>
                  <a:pt x="2038444" y="568151"/>
                  <a:pt x="2005950" y="580801"/>
                </a:cubicBezTo>
                <a:cubicBezTo>
                  <a:pt x="1973456" y="593452"/>
                  <a:pt x="1939225" y="599777"/>
                  <a:pt x="1903258" y="599777"/>
                </a:cubicBezTo>
                <a:cubicBezTo>
                  <a:pt x="1867540" y="599777"/>
                  <a:pt x="1833433" y="593452"/>
                  <a:pt x="1800939" y="580801"/>
                </a:cubicBezTo>
                <a:cubicBezTo>
                  <a:pt x="1768445" y="568151"/>
                  <a:pt x="1739548" y="549299"/>
                  <a:pt x="1714247" y="524247"/>
                </a:cubicBezTo>
                <a:cubicBezTo>
                  <a:pt x="1688946" y="499194"/>
                  <a:pt x="1669040" y="467878"/>
                  <a:pt x="1654529" y="430299"/>
                </a:cubicBezTo>
                <a:cubicBezTo>
                  <a:pt x="1640019" y="392720"/>
                  <a:pt x="1632763" y="349125"/>
                  <a:pt x="1632763" y="299516"/>
                </a:cubicBezTo>
                <a:close/>
                <a:moveTo>
                  <a:pt x="1126450" y="584522"/>
                </a:moveTo>
                <a:lnTo>
                  <a:pt x="1126450" y="558477"/>
                </a:lnTo>
                <a:lnTo>
                  <a:pt x="1194911" y="551780"/>
                </a:lnTo>
                <a:cubicBezTo>
                  <a:pt x="1196151" y="513333"/>
                  <a:pt x="1196833" y="474513"/>
                  <a:pt x="1196957" y="435322"/>
                </a:cubicBezTo>
                <a:cubicBezTo>
                  <a:pt x="1197081" y="396130"/>
                  <a:pt x="1197143" y="356691"/>
                  <a:pt x="1197143" y="317003"/>
                </a:cubicBezTo>
                <a:lnTo>
                  <a:pt x="1197143" y="283517"/>
                </a:lnTo>
                <a:cubicBezTo>
                  <a:pt x="1197143" y="243830"/>
                  <a:pt x="1197081" y="204328"/>
                  <a:pt x="1196957" y="165013"/>
                </a:cubicBezTo>
                <a:cubicBezTo>
                  <a:pt x="1196833" y="125697"/>
                  <a:pt x="1196151" y="86444"/>
                  <a:pt x="1194911" y="47252"/>
                </a:cubicBezTo>
                <a:lnTo>
                  <a:pt x="1126450" y="41299"/>
                </a:lnTo>
                <a:lnTo>
                  <a:pt x="1126450" y="15254"/>
                </a:lnTo>
                <a:lnTo>
                  <a:pt x="1568470" y="15254"/>
                </a:lnTo>
                <a:lnTo>
                  <a:pt x="1566981" y="167059"/>
                </a:lnTo>
                <a:lnTo>
                  <a:pt x="1523449" y="167059"/>
                </a:lnTo>
                <a:lnTo>
                  <a:pt x="1488474" y="45020"/>
                </a:lnTo>
                <a:lnTo>
                  <a:pt x="1327740" y="45020"/>
                </a:lnTo>
                <a:cubicBezTo>
                  <a:pt x="1326996" y="83219"/>
                  <a:pt x="1326562" y="121915"/>
                  <a:pt x="1326438" y="161106"/>
                </a:cubicBezTo>
                <a:cubicBezTo>
                  <a:pt x="1326314" y="200297"/>
                  <a:pt x="1326252" y="240109"/>
                  <a:pt x="1326252" y="280541"/>
                </a:cubicBezTo>
                <a:lnTo>
                  <a:pt x="1430431" y="280541"/>
                </a:lnTo>
                <a:lnTo>
                  <a:pt x="1441966" y="196081"/>
                </a:lnTo>
                <a:lnTo>
                  <a:pt x="1479917" y="196081"/>
                </a:lnTo>
                <a:lnTo>
                  <a:pt x="1479917" y="392534"/>
                </a:lnTo>
                <a:lnTo>
                  <a:pt x="1441966" y="392534"/>
                </a:lnTo>
                <a:lnTo>
                  <a:pt x="1431176" y="308074"/>
                </a:lnTo>
                <a:lnTo>
                  <a:pt x="1326252" y="308074"/>
                </a:lnTo>
                <a:lnTo>
                  <a:pt x="1326252" y="310306"/>
                </a:lnTo>
                <a:cubicBezTo>
                  <a:pt x="1326252" y="351730"/>
                  <a:pt x="1326314" y="392348"/>
                  <a:pt x="1326438" y="432159"/>
                </a:cubicBezTo>
                <a:cubicBezTo>
                  <a:pt x="1326562" y="471971"/>
                  <a:pt x="1326996" y="511348"/>
                  <a:pt x="1327740" y="550292"/>
                </a:cubicBezTo>
                <a:lnTo>
                  <a:pt x="1409223" y="558477"/>
                </a:lnTo>
                <a:lnTo>
                  <a:pt x="1409223" y="584522"/>
                </a:lnTo>
                <a:close/>
                <a:moveTo>
                  <a:pt x="379258" y="178221"/>
                </a:moveTo>
                <a:lnTo>
                  <a:pt x="382235" y="15254"/>
                </a:lnTo>
                <a:lnTo>
                  <a:pt x="885274" y="15254"/>
                </a:lnTo>
                <a:lnTo>
                  <a:pt x="888251" y="178221"/>
                </a:lnTo>
                <a:lnTo>
                  <a:pt x="843974" y="178221"/>
                </a:lnTo>
                <a:lnTo>
                  <a:pt x="805279" y="45020"/>
                </a:lnTo>
                <a:lnTo>
                  <a:pt x="699239" y="45020"/>
                </a:lnTo>
                <a:cubicBezTo>
                  <a:pt x="698495" y="84211"/>
                  <a:pt x="698061" y="123651"/>
                  <a:pt x="697937" y="163338"/>
                </a:cubicBezTo>
                <a:cubicBezTo>
                  <a:pt x="697813" y="203026"/>
                  <a:pt x="697751" y="243085"/>
                  <a:pt x="697751" y="283517"/>
                </a:cubicBezTo>
                <a:lnTo>
                  <a:pt x="697751" y="316259"/>
                </a:lnTo>
                <a:cubicBezTo>
                  <a:pt x="697751" y="355203"/>
                  <a:pt x="697813" y="394332"/>
                  <a:pt x="697937" y="433647"/>
                </a:cubicBezTo>
                <a:cubicBezTo>
                  <a:pt x="698061" y="472963"/>
                  <a:pt x="698495" y="512092"/>
                  <a:pt x="699239" y="551036"/>
                </a:cubicBezTo>
                <a:lnTo>
                  <a:pt x="777002" y="558477"/>
                </a:lnTo>
                <a:lnTo>
                  <a:pt x="777002" y="584522"/>
                </a:lnTo>
                <a:lnTo>
                  <a:pt x="490508" y="584522"/>
                </a:lnTo>
                <a:lnTo>
                  <a:pt x="490508" y="558477"/>
                </a:lnTo>
                <a:lnTo>
                  <a:pt x="567526" y="551036"/>
                </a:lnTo>
                <a:cubicBezTo>
                  <a:pt x="568270" y="512836"/>
                  <a:pt x="568704" y="474203"/>
                  <a:pt x="568828" y="435136"/>
                </a:cubicBezTo>
                <a:cubicBezTo>
                  <a:pt x="568952" y="396068"/>
                  <a:pt x="569015" y="356691"/>
                  <a:pt x="569015" y="317003"/>
                </a:cubicBezTo>
                <a:lnTo>
                  <a:pt x="569015" y="283517"/>
                </a:lnTo>
                <a:cubicBezTo>
                  <a:pt x="569015" y="243582"/>
                  <a:pt x="568952" y="203646"/>
                  <a:pt x="568828" y="163710"/>
                </a:cubicBezTo>
                <a:cubicBezTo>
                  <a:pt x="568704" y="123775"/>
                  <a:pt x="568270" y="84211"/>
                  <a:pt x="567526" y="45020"/>
                </a:cubicBezTo>
                <a:lnTo>
                  <a:pt x="462230" y="45020"/>
                </a:lnTo>
                <a:lnTo>
                  <a:pt x="424279" y="178221"/>
                </a:lnTo>
                <a:close/>
                <a:moveTo>
                  <a:pt x="0" y="315515"/>
                </a:moveTo>
                <a:lnTo>
                  <a:pt x="0" y="287238"/>
                </a:lnTo>
                <a:lnTo>
                  <a:pt x="43949" y="287238"/>
                </a:lnTo>
                <a:cubicBezTo>
                  <a:pt x="72474" y="287238"/>
                  <a:pt x="95357" y="281533"/>
                  <a:pt x="112596" y="270123"/>
                </a:cubicBezTo>
                <a:cubicBezTo>
                  <a:pt x="129835" y="258712"/>
                  <a:pt x="142423" y="243396"/>
                  <a:pt x="150361" y="224172"/>
                </a:cubicBezTo>
                <a:cubicBezTo>
                  <a:pt x="158298" y="204948"/>
                  <a:pt x="162267" y="183802"/>
                  <a:pt x="162267" y="160734"/>
                </a:cubicBezTo>
                <a:cubicBezTo>
                  <a:pt x="162267" y="123031"/>
                  <a:pt x="152283" y="94195"/>
                  <a:pt x="132316" y="74228"/>
                </a:cubicBezTo>
                <a:cubicBezTo>
                  <a:pt x="112348" y="54260"/>
                  <a:pt x="83140" y="44276"/>
                  <a:pt x="44693" y="44276"/>
                </a:cubicBezTo>
                <a:lnTo>
                  <a:pt x="1161" y="44276"/>
                </a:lnTo>
                <a:lnTo>
                  <a:pt x="0" y="117619"/>
                </a:lnTo>
                <a:lnTo>
                  <a:pt x="0" y="15254"/>
                </a:lnTo>
                <a:lnTo>
                  <a:pt x="76691" y="15254"/>
                </a:lnTo>
                <a:cubicBezTo>
                  <a:pt x="143912" y="15254"/>
                  <a:pt x="195257" y="27781"/>
                  <a:pt x="230728" y="52834"/>
                </a:cubicBezTo>
                <a:cubicBezTo>
                  <a:pt x="266199" y="77886"/>
                  <a:pt x="283934" y="113109"/>
                  <a:pt x="283934" y="158501"/>
                </a:cubicBezTo>
                <a:cubicBezTo>
                  <a:pt x="283934" y="179337"/>
                  <a:pt x="278725" y="199243"/>
                  <a:pt x="268307" y="218219"/>
                </a:cubicBezTo>
                <a:cubicBezTo>
                  <a:pt x="257889" y="237194"/>
                  <a:pt x="240836" y="253689"/>
                  <a:pt x="217147" y="267704"/>
                </a:cubicBezTo>
                <a:cubicBezTo>
                  <a:pt x="193459" y="281719"/>
                  <a:pt x="161647" y="291827"/>
                  <a:pt x="121712" y="298028"/>
                </a:cubicBezTo>
                <a:cubicBezTo>
                  <a:pt x="154950" y="302493"/>
                  <a:pt x="180871" y="310244"/>
                  <a:pt x="199474" y="321282"/>
                </a:cubicBezTo>
                <a:cubicBezTo>
                  <a:pt x="218078" y="332320"/>
                  <a:pt x="231782" y="346769"/>
                  <a:pt x="240588" y="364628"/>
                </a:cubicBezTo>
                <a:cubicBezTo>
                  <a:pt x="249393" y="382488"/>
                  <a:pt x="256029" y="403944"/>
                  <a:pt x="260494" y="428997"/>
                </a:cubicBezTo>
                <a:lnTo>
                  <a:pt x="285423" y="554756"/>
                </a:lnTo>
                <a:lnTo>
                  <a:pt x="353511" y="558477"/>
                </a:lnTo>
                <a:lnTo>
                  <a:pt x="353511" y="584522"/>
                </a:lnTo>
                <a:cubicBezTo>
                  <a:pt x="337884" y="588243"/>
                  <a:pt x="323622" y="591095"/>
                  <a:pt x="310723" y="593080"/>
                </a:cubicBezTo>
                <a:cubicBezTo>
                  <a:pt x="297825" y="595064"/>
                  <a:pt x="281826" y="596056"/>
                  <a:pt x="262726" y="596056"/>
                </a:cubicBezTo>
                <a:cubicBezTo>
                  <a:pt x="227752" y="596056"/>
                  <a:pt x="200528" y="590041"/>
                  <a:pt x="181057" y="578011"/>
                </a:cubicBezTo>
                <a:cubicBezTo>
                  <a:pt x="161585" y="565981"/>
                  <a:pt x="149989" y="544586"/>
                  <a:pt x="146268" y="513829"/>
                </a:cubicBezTo>
                <a:lnTo>
                  <a:pt x="123944" y="408533"/>
                </a:lnTo>
                <a:cubicBezTo>
                  <a:pt x="118735" y="377279"/>
                  <a:pt x="110177" y="353962"/>
                  <a:pt x="98271" y="338583"/>
                </a:cubicBezTo>
                <a:cubicBezTo>
                  <a:pt x="86365" y="323205"/>
                  <a:pt x="65777" y="315515"/>
                  <a:pt x="36507" y="315515"/>
                </a:cubicBezTo>
                <a:close/>
                <a:moveTo>
                  <a:pt x="0" y="584522"/>
                </a:moveTo>
                <a:lnTo>
                  <a:pt x="0" y="478553"/>
                </a:lnTo>
                <a:lnTo>
                  <a:pt x="1161" y="551780"/>
                </a:lnTo>
                <a:lnTo>
                  <a:pt x="71482" y="558477"/>
                </a:lnTo>
                <a:lnTo>
                  <a:pt x="71482" y="584522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396" name="任意多边形: 形状 395"/>
          <p:cNvSpPr/>
          <p:nvPr/>
        </p:nvSpPr>
        <p:spPr>
          <a:xfrm>
            <a:off x="0" y="1544077"/>
            <a:ext cx="9160238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7" name="任意多边形: 形状 396"/>
          <p:cNvSpPr/>
          <p:nvPr/>
        </p:nvSpPr>
        <p:spPr>
          <a:xfrm>
            <a:off x="-1" y="1872352"/>
            <a:ext cx="943423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8" name="任意多边形: 形状 397"/>
          <p:cNvSpPr/>
          <p:nvPr/>
        </p:nvSpPr>
        <p:spPr>
          <a:xfrm>
            <a:off x="1117683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99" name="任意多边形: 形状 398"/>
          <p:cNvSpPr/>
          <p:nvPr/>
        </p:nvSpPr>
        <p:spPr>
          <a:xfrm>
            <a:off x="3094661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6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00" name="任意多边形: 形状 399"/>
          <p:cNvSpPr/>
          <p:nvPr/>
        </p:nvSpPr>
        <p:spPr>
          <a:xfrm>
            <a:off x="5071638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35" name="任意多边形: 形状 434"/>
          <p:cNvSpPr/>
          <p:nvPr/>
        </p:nvSpPr>
        <p:spPr>
          <a:xfrm>
            <a:off x="7042232" y="1872352"/>
            <a:ext cx="1802716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440" name="组合 439"/>
          <p:cNvGrpSpPr/>
          <p:nvPr/>
        </p:nvGrpSpPr>
        <p:grpSpPr>
          <a:xfrm>
            <a:off x="200873" y="1663536"/>
            <a:ext cx="5139397" cy="97693"/>
            <a:chOff x="200873" y="972173"/>
            <a:chExt cx="5139397" cy="97693"/>
          </a:xfrm>
        </p:grpSpPr>
        <p:sp>
          <p:nvSpPr>
            <p:cNvPr id="402" name="矩形 401"/>
            <p:cNvSpPr/>
            <p:nvPr/>
          </p:nvSpPr>
          <p:spPr>
            <a:xfrm>
              <a:off x="20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3" name="矩形 402"/>
            <p:cNvSpPr/>
            <p:nvPr/>
          </p:nvSpPr>
          <p:spPr>
            <a:xfrm>
              <a:off x="46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4" name="矩形 403"/>
            <p:cNvSpPr/>
            <p:nvPr/>
          </p:nvSpPr>
          <p:spPr>
            <a:xfrm>
              <a:off x="72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5" name="矩形 404"/>
            <p:cNvSpPr/>
            <p:nvPr/>
          </p:nvSpPr>
          <p:spPr>
            <a:xfrm>
              <a:off x="98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6" name="矩形 405"/>
            <p:cNvSpPr/>
            <p:nvPr/>
          </p:nvSpPr>
          <p:spPr>
            <a:xfrm>
              <a:off x="124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7" name="矩形 406"/>
            <p:cNvSpPr/>
            <p:nvPr/>
          </p:nvSpPr>
          <p:spPr>
            <a:xfrm>
              <a:off x="150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8" name="矩形 407"/>
            <p:cNvSpPr/>
            <p:nvPr/>
          </p:nvSpPr>
          <p:spPr>
            <a:xfrm>
              <a:off x="176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09" name="矩形 408"/>
            <p:cNvSpPr/>
            <p:nvPr/>
          </p:nvSpPr>
          <p:spPr>
            <a:xfrm>
              <a:off x="202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0" name="矩形 409"/>
            <p:cNvSpPr/>
            <p:nvPr/>
          </p:nvSpPr>
          <p:spPr>
            <a:xfrm>
              <a:off x="2290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1" name="矩形 410"/>
            <p:cNvSpPr/>
            <p:nvPr/>
          </p:nvSpPr>
          <p:spPr>
            <a:xfrm>
              <a:off x="2552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2" name="矩形 411"/>
            <p:cNvSpPr/>
            <p:nvPr/>
          </p:nvSpPr>
          <p:spPr>
            <a:xfrm>
              <a:off x="2813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3" name="矩形 412"/>
            <p:cNvSpPr/>
            <p:nvPr/>
          </p:nvSpPr>
          <p:spPr>
            <a:xfrm>
              <a:off x="3074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4" name="矩形 413"/>
            <p:cNvSpPr/>
            <p:nvPr/>
          </p:nvSpPr>
          <p:spPr>
            <a:xfrm>
              <a:off x="33358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5" name="矩形 414"/>
            <p:cNvSpPr/>
            <p:nvPr/>
          </p:nvSpPr>
          <p:spPr>
            <a:xfrm>
              <a:off x="35971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6" name="矩形 415"/>
            <p:cNvSpPr/>
            <p:nvPr/>
          </p:nvSpPr>
          <p:spPr>
            <a:xfrm>
              <a:off x="385837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17" name="矩形 416"/>
            <p:cNvSpPr/>
            <p:nvPr/>
          </p:nvSpPr>
          <p:spPr>
            <a:xfrm>
              <a:off x="4119623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6" name="矩形 435"/>
            <p:cNvSpPr/>
            <p:nvPr/>
          </p:nvSpPr>
          <p:spPr>
            <a:xfrm>
              <a:off x="43817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7" name="矩形 436"/>
            <p:cNvSpPr/>
            <p:nvPr/>
          </p:nvSpPr>
          <p:spPr>
            <a:xfrm>
              <a:off x="46430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8" name="矩形 437"/>
            <p:cNvSpPr/>
            <p:nvPr/>
          </p:nvSpPr>
          <p:spPr>
            <a:xfrm>
              <a:off x="490429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9" name="矩形 438"/>
            <p:cNvSpPr/>
            <p:nvPr/>
          </p:nvSpPr>
          <p:spPr>
            <a:xfrm>
              <a:off x="5165542" y="97217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450" name="组合 449"/>
          <p:cNvGrpSpPr/>
          <p:nvPr/>
        </p:nvGrpSpPr>
        <p:grpSpPr>
          <a:xfrm>
            <a:off x="2379156" y="3223616"/>
            <a:ext cx="6465793" cy="97693"/>
            <a:chOff x="2379156" y="2532253"/>
            <a:chExt cx="6465793" cy="97693"/>
          </a:xfrm>
        </p:grpSpPr>
        <p:sp>
          <p:nvSpPr>
            <p:cNvPr id="419" name="矩形 418"/>
            <p:cNvSpPr/>
            <p:nvPr/>
          </p:nvSpPr>
          <p:spPr>
            <a:xfrm>
              <a:off x="475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0" name="矩形 419"/>
            <p:cNvSpPr/>
            <p:nvPr/>
          </p:nvSpPr>
          <p:spPr>
            <a:xfrm>
              <a:off x="501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1" name="矩形 420"/>
            <p:cNvSpPr/>
            <p:nvPr/>
          </p:nvSpPr>
          <p:spPr>
            <a:xfrm>
              <a:off x="527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2" name="矩形 421"/>
            <p:cNvSpPr/>
            <p:nvPr/>
          </p:nvSpPr>
          <p:spPr>
            <a:xfrm>
              <a:off x="553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3" name="矩形 422"/>
            <p:cNvSpPr/>
            <p:nvPr/>
          </p:nvSpPr>
          <p:spPr>
            <a:xfrm>
              <a:off x="579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4" name="矩形 423"/>
            <p:cNvSpPr/>
            <p:nvPr/>
          </p:nvSpPr>
          <p:spPr>
            <a:xfrm>
              <a:off x="605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5" name="矩形 424"/>
            <p:cNvSpPr/>
            <p:nvPr/>
          </p:nvSpPr>
          <p:spPr>
            <a:xfrm>
              <a:off x="631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6" name="矩形 425"/>
            <p:cNvSpPr/>
            <p:nvPr/>
          </p:nvSpPr>
          <p:spPr>
            <a:xfrm>
              <a:off x="658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7" name="矩形 426"/>
            <p:cNvSpPr/>
            <p:nvPr/>
          </p:nvSpPr>
          <p:spPr>
            <a:xfrm>
              <a:off x="6841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8" name="矩形 427"/>
            <p:cNvSpPr/>
            <p:nvPr/>
          </p:nvSpPr>
          <p:spPr>
            <a:xfrm>
              <a:off x="7102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29" name="矩形 428"/>
            <p:cNvSpPr/>
            <p:nvPr/>
          </p:nvSpPr>
          <p:spPr>
            <a:xfrm>
              <a:off x="7363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0" name="矩形 429"/>
            <p:cNvSpPr/>
            <p:nvPr/>
          </p:nvSpPr>
          <p:spPr>
            <a:xfrm>
              <a:off x="7625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1" name="矩形 430"/>
            <p:cNvSpPr/>
            <p:nvPr/>
          </p:nvSpPr>
          <p:spPr>
            <a:xfrm>
              <a:off x="78864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2" name="矩形 431"/>
            <p:cNvSpPr/>
            <p:nvPr/>
          </p:nvSpPr>
          <p:spPr>
            <a:xfrm>
              <a:off x="81477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3" name="矩形 432"/>
            <p:cNvSpPr/>
            <p:nvPr/>
          </p:nvSpPr>
          <p:spPr>
            <a:xfrm>
              <a:off x="840897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34" name="矩形 433"/>
            <p:cNvSpPr/>
            <p:nvPr/>
          </p:nvSpPr>
          <p:spPr>
            <a:xfrm>
              <a:off x="8670221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1" name="矩形 440"/>
            <p:cNvSpPr/>
            <p:nvPr/>
          </p:nvSpPr>
          <p:spPr>
            <a:xfrm>
              <a:off x="237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2" name="矩形 441"/>
            <p:cNvSpPr/>
            <p:nvPr/>
          </p:nvSpPr>
          <p:spPr>
            <a:xfrm>
              <a:off x="2640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3" name="矩形 442"/>
            <p:cNvSpPr/>
            <p:nvPr/>
          </p:nvSpPr>
          <p:spPr>
            <a:xfrm>
              <a:off x="2901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4" name="矩形 443"/>
            <p:cNvSpPr/>
            <p:nvPr/>
          </p:nvSpPr>
          <p:spPr>
            <a:xfrm>
              <a:off x="3162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5" name="矩形 444"/>
            <p:cNvSpPr/>
            <p:nvPr/>
          </p:nvSpPr>
          <p:spPr>
            <a:xfrm>
              <a:off x="3424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>
              <a:off x="36854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7" name="矩形 446"/>
            <p:cNvSpPr/>
            <p:nvPr/>
          </p:nvSpPr>
          <p:spPr>
            <a:xfrm>
              <a:off x="39466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8" name="矩形 447"/>
            <p:cNvSpPr/>
            <p:nvPr/>
          </p:nvSpPr>
          <p:spPr>
            <a:xfrm>
              <a:off x="420790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49" name="矩形 448"/>
            <p:cNvSpPr/>
            <p:nvPr/>
          </p:nvSpPr>
          <p:spPr>
            <a:xfrm>
              <a:off x="4469156" y="2532253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455" name="文本框 454"/>
          <p:cNvSpPr txBox="1"/>
          <p:nvPr/>
        </p:nvSpPr>
        <p:spPr>
          <a:xfrm>
            <a:off x="1070458" y="3760607"/>
            <a:ext cx="1015393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6000" i="1">
                <a:solidFill>
                  <a:schemeClr val="accent3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40000"/>
                    <a:lumOff val="60000"/>
                  </a:srgbClr>
                </a:solidFill>
                <a:effectLst/>
                <a:uLnTx/>
                <a:uFillTx/>
                <a:latin typeface="思源宋体 CN Heavy"/>
                <a:cs typeface="+mn-cs"/>
              </a:rPr>
              <a:t>Summary of Project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40000"/>
                  <a:lumOff val="6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cxnSp>
        <p:nvCxnSpPr>
          <p:cNvPr id="456" name="直接连接符 455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文本框 453"/>
          <p:cNvSpPr txBox="1"/>
          <p:nvPr/>
        </p:nvSpPr>
        <p:spPr>
          <a:xfrm>
            <a:off x="1070458" y="4083773"/>
            <a:ext cx="6554763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3600" i="1"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dirty="0">
                <a:solidFill>
                  <a:srgbClr val="000000"/>
                </a:solidFill>
                <a:latin typeface="思源宋体 CN Heavy"/>
              </a:rPr>
              <a:t>项目实现</a:t>
            </a:r>
            <a:endParaRPr kumimoji="0" lang="zh-CN" altLang="en-US" sz="4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0101997" y="1659003"/>
            <a:ext cx="1064702" cy="971550"/>
          </a:xfrm>
          <a:prstGeom prst="rect">
            <a:avLst/>
          </a:prstGeom>
          <a:solidFill>
            <a:schemeClr val="accent3">
              <a:lumMod val="60000"/>
              <a:lumOff val="4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6794" y="511629"/>
            <a:ext cx="1064702" cy="9715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000" y="857250"/>
            <a:ext cx="3276600" cy="5162550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43451" y="4934276"/>
            <a:ext cx="6400799" cy="89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在家居装饰中，可通过家具、软装与摆件营造复古氛围。选择带有雕花的实木家具、复古样式的灯具，搭配碎花窗帘、丝绒靠垫，再摆放老式收音机、复古相框等摆件，能让家充满温馨的怀旧感，打造出独特的居住空间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43452" y="3850316"/>
            <a:ext cx="5826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家居装饰中的复古应用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3452" y="4496647"/>
            <a:ext cx="4023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0" i="1">
                <a:solidFill>
                  <a:schemeClr val="accent3">
                    <a:lumMod val="75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Vintage applications in home décor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9" name="矩形 8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4667250" y="857251"/>
            <a:ext cx="3276600" cy="2571750"/>
          </a:xfrm>
          <a:prstGeom prst="rect">
            <a:avLst/>
          </a:prstGeom>
          <a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80615" y="2147446"/>
            <a:ext cx="2868386" cy="10429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700" i="1">
                <a:solidFill>
                  <a:schemeClr val="accent3">
                    <a:lumMod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In home décor, you can create a vintage atmosphere with furniture, upholstery and ornaments. Choose solid wood furniture with carvings, retro-style lamps, with floral curtains, velvet cushions, and then place vintage radios, retro photo frames and other ornaments, which can make the home full of warm nostalgia and create a unique living space</a:t>
            </a:r>
            <a:endParaRPr kumimoji="0" lang="zh-CN" altLang="en-US" sz="7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5427763"/>
            <a:ext cx="10515600" cy="6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商业设计中，复古风格常用于品牌形象与宣传物料。餐厅可采用复古装修风格，搭配老式菜单设计，吸引顾客；品牌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设计可融入复古字体与符号，传递经典品牌形象；广告海报运用复古色彩与构图，能在众多现代设计中脱颖而出，提升品牌的辨识度与吸引力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82712" y="657675"/>
            <a:ext cx="5826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商业设计中的复古应用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84143" y="1304006"/>
            <a:ext cx="4023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0" i="1">
                <a:solidFill>
                  <a:schemeClr val="accent3">
                    <a:lumMod val="75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Vintage applications in commercial design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0" y="1790700"/>
            <a:ext cx="10668000" cy="3360064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6800" y="2019300"/>
            <a:ext cx="4476750" cy="2895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54579" y="2848445"/>
            <a:ext cx="4101192" cy="89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以品牌视觉系统为重点，提取目标客群熟悉的时代符号，融入 、包装或门店装饰，既借符号唤醒集体怀旧，又让品牌在同类设计中形成记忆点，降低传播成本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062977" y="3970879"/>
            <a:ext cx="646771" cy="646771"/>
          </a:xfrm>
          <a:prstGeom prst="ellipse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970839" y="3970879"/>
            <a:ext cx="646771" cy="646771"/>
          </a:xfrm>
          <a:prstGeom prst="ellipse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878701" y="3970879"/>
            <a:ext cx="646771" cy="646771"/>
          </a:xfrm>
          <a:prstGeom prst="ellipse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7175" y="2325443"/>
            <a:ext cx="6096000" cy="41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符号化记忆锚点打造</a:t>
            </a: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4332" y="4121817"/>
            <a:ext cx="319610" cy="319610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2281" y="4121817"/>
            <a:ext cx="319610" cy="319610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987" y="4105148"/>
            <a:ext cx="356494" cy="3564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>
            <a:off x="-1" y="3593882"/>
            <a:ext cx="7734573" cy="3264119"/>
          </a:xfrm>
          <a:custGeom>
            <a:avLst/>
            <a:gdLst>
              <a:gd name="connsiteX0" fmla="*/ 0 w 11208286"/>
              <a:gd name="connsiteY0" fmla="*/ 0 h 1799055"/>
              <a:gd name="connsiteX1" fmla="*/ 11208286 w 11208286"/>
              <a:gd name="connsiteY1" fmla="*/ 0 h 1799055"/>
              <a:gd name="connsiteX2" fmla="*/ 11208286 w 11208286"/>
              <a:gd name="connsiteY2" fmla="*/ 1799055 h 1799055"/>
              <a:gd name="connsiteX3" fmla="*/ 0 w 11208286"/>
              <a:gd name="connsiteY3" fmla="*/ 1799055 h 179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8286" h="1799055">
                <a:moveTo>
                  <a:pt x="0" y="0"/>
                </a:moveTo>
                <a:lnTo>
                  <a:pt x="11208286" y="0"/>
                </a:lnTo>
                <a:lnTo>
                  <a:pt x="11208286" y="1799055"/>
                </a:lnTo>
                <a:lnTo>
                  <a:pt x="0" y="1799055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857249"/>
            <a:ext cx="3028950" cy="4905375"/>
          </a:xfrm>
          <a:prstGeom prst="rect">
            <a:avLst/>
          </a:pr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 flipH="1">
            <a:off x="8458200" y="391885"/>
            <a:ext cx="3733800" cy="494752"/>
            <a:chOff x="0" y="391885"/>
            <a:chExt cx="3733800" cy="494752"/>
          </a:xfrm>
        </p:grpSpPr>
        <p:sp>
          <p:nvSpPr>
            <p:cNvPr id="8" name="矩形 7"/>
            <p:cNvSpPr/>
            <p:nvPr/>
          </p:nvSpPr>
          <p:spPr>
            <a:xfrm>
              <a:off x="0" y="391885"/>
              <a:ext cx="1621972" cy="11974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46206" y="517305"/>
              <a:ext cx="3287594" cy="369332"/>
            </a:xfrm>
            <a:prstGeom prst="rect">
              <a:avLst/>
            </a:prstGeom>
            <a:noFill/>
            <a:effectLst>
              <a:outerShdw dist="50800" dir="4200000" algn="ctr" rotWithShape="0">
                <a:schemeClr val="accent2">
                  <a:lumMod val="20000"/>
                  <a:lumOff val="80000"/>
                  <a:alpha val="70000"/>
                </a:schemeClr>
              </a:outerShdw>
            </a:effectLst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42521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514851" y="2370285"/>
            <a:ext cx="6400799" cy="89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服饰搭配中，可根据场合选择不同复古风格。日常通勤可选择简约的复古衬衫搭配直筒裤，展现优雅干练；休闲场合可尝试复古牛仔外套搭配印花连衣裙，营造随性自在的感觉。配饰方面，复古丝巾、珍珠耳环等能为整体造型增添复古韵味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14852" y="1286325"/>
            <a:ext cx="5826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服饰搭配中的复古应用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14852" y="1932656"/>
            <a:ext cx="4023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0" i="1">
                <a:solidFill>
                  <a:schemeClr val="accent3">
                    <a:lumMod val="75000"/>
                  </a:schemeClr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1" u="none" strike="noStrike" kern="1200" cap="none" spc="0" normalizeH="0" baseline="0" noProof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Vintage applications in clothing coordination</a:t>
            </a:r>
            <a:endParaRPr kumimoji="0" lang="zh-CN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14850" y="4562036"/>
            <a:ext cx="2781299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选卡其色复古收腰西装，内搭米白色缎面衬衫，下装配高腰直筒西装裤，脚踩棕色乐福鞋，再搭细链条复古手表，利落中透着温婉复古感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14851" y="4038816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20000"/>
                    <a:lumOff val="8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复古通勤风搭配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77472" y="4562036"/>
            <a:ext cx="2781299" cy="11678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rgbClr val="1F2329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用做旧牛仔喇叭裤搭白色印花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恤，外穿浅棕色灯芯绒外套，脚踩复古帆布鞋，斜挎帆布邮差包，随性又有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90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宋体 CN Medium" panose="02020500000000000000" charset="-122"/>
                <a:ea typeface="思源宋体 CN Medium"/>
                <a:cs typeface="+mn-cs"/>
              </a:rPr>
              <a:t>年代复古街头气息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077473" y="4038816"/>
            <a:ext cx="3219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50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复古休闲风搭配</a:t>
            </a:r>
          </a:p>
        </p:txBody>
      </p:sp>
      <p:sp>
        <p:nvSpPr>
          <p:cNvPr id="17" name="L 形 16"/>
          <p:cNvSpPr/>
          <p:nvPr/>
        </p:nvSpPr>
        <p:spPr>
          <a:xfrm rot="5400000">
            <a:off x="802874" y="511629"/>
            <a:ext cx="680252" cy="680252"/>
          </a:xfrm>
          <a:prstGeom prst="corner">
            <a:avLst>
              <a:gd name="adj1" fmla="val 23429"/>
              <a:gd name="adj2" fmla="val 23428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8077473" y="6164993"/>
            <a:ext cx="4114527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>
            <a:off x="0" y="3976914"/>
            <a:ext cx="6952343" cy="1923810"/>
          </a:xfrm>
          <a:custGeom>
            <a:avLst/>
            <a:gdLst>
              <a:gd name="connsiteX0" fmla="*/ 0 w 7779657"/>
              <a:gd name="connsiteY0" fmla="*/ 0 h 2133600"/>
              <a:gd name="connsiteX1" fmla="*/ 7779657 w 7779657"/>
              <a:gd name="connsiteY1" fmla="*/ 0 h 2133600"/>
              <a:gd name="connsiteX2" fmla="*/ 7779657 w 7779657"/>
              <a:gd name="connsiteY2" fmla="*/ 2133600 h 2133600"/>
              <a:gd name="connsiteX3" fmla="*/ 0 w 777965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9657" h="2133600">
                <a:moveTo>
                  <a:pt x="0" y="0"/>
                </a:moveTo>
                <a:lnTo>
                  <a:pt x="7779657" y="0"/>
                </a:lnTo>
                <a:lnTo>
                  <a:pt x="7779657" y="21336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0799979" y="0"/>
            <a:ext cx="0" cy="5994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0" y="6393593"/>
            <a:ext cx="3914798" cy="0"/>
          </a:xfrm>
          <a:prstGeom prst="line">
            <a:avLst/>
          </a:prstGeom>
          <a:ln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任意多边形: 形状 31"/>
          <p:cNvSpPr/>
          <p:nvPr/>
        </p:nvSpPr>
        <p:spPr>
          <a:xfrm>
            <a:off x="0" y="4305189"/>
            <a:ext cx="924247" cy="1204686"/>
          </a:xfrm>
          <a:custGeom>
            <a:avLst/>
            <a:gdLst>
              <a:gd name="connsiteX0" fmla="*/ 0 w 924247"/>
              <a:gd name="connsiteY0" fmla="*/ 0 h 1204686"/>
              <a:gd name="connsiteX1" fmla="*/ 924247 w 924247"/>
              <a:gd name="connsiteY1" fmla="*/ 0 h 1204686"/>
              <a:gd name="connsiteX2" fmla="*/ 924247 w 924247"/>
              <a:gd name="connsiteY2" fmla="*/ 1204686 h 1204686"/>
              <a:gd name="connsiteX3" fmla="*/ 0 w 924247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247" h="1204686">
                <a:moveTo>
                  <a:pt x="0" y="0"/>
                </a:moveTo>
                <a:lnTo>
                  <a:pt x="924247" y="0"/>
                </a:lnTo>
                <a:lnTo>
                  <a:pt x="924247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1094966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3031761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4968555" y="4305189"/>
            <a:ext cx="1766075" cy="1204686"/>
          </a:xfrm>
          <a:custGeom>
            <a:avLst/>
            <a:gdLst>
              <a:gd name="connsiteX0" fmla="*/ 0 w 1766075"/>
              <a:gd name="connsiteY0" fmla="*/ 0 h 1204686"/>
              <a:gd name="connsiteX1" fmla="*/ 1766075 w 1766075"/>
              <a:gd name="connsiteY1" fmla="*/ 0 h 1204686"/>
              <a:gd name="connsiteX2" fmla="*/ 1766075 w 1766075"/>
              <a:gd name="connsiteY2" fmla="*/ 1204686 h 1204686"/>
              <a:gd name="connsiteX3" fmla="*/ 0 w 1766075"/>
              <a:gd name="connsiteY3" fmla="*/ 1204686 h 120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75" h="1204686">
                <a:moveTo>
                  <a:pt x="0" y="0"/>
                </a:moveTo>
                <a:lnTo>
                  <a:pt x="1766075" y="0"/>
                </a:lnTo>
                <a:lnTo>
                  <a:pt x="1766075" y="1204686"/>
                </a:lnTo>
                <a:lnTo>
                  <a:pt x="0" y="1204686"/>
                </a:lnTo>
                <a:close/>
              </a:path>
            </a:pathLst>
          </a:custGeom>
          <a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24247" y="1518693"/>
            <a:ext cx="8483712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THANK</a:t>
            </a:r>
            <a:r>
              <a:rPr lang="en-US" altLang="zh-CN" sz="6000" i="1" dirty="0">
                <a:solidFill>
                  <a:srgbClr val="A67B49">
                    <a:lumMod val="75000"/>
                  </a:srgbClr>
                </a:solidFill>
                <a:latin typeface="思源宋体 CN Heavy"/>
                <a:ea typeface="+mj-ea"/>
              </a:rPr>
              <a:t>S</a:t>
            </a:r>
            <a:r>
              <a:rPr kumimoji="0" lang="en-US" altLang="zh-CN" sz="60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Heavy"/>
                <a:ea typeface="+mj-ea"/>
                <a:cs typeface="+mn-cs"/>
              </a:rPr>
              <a:t> FOR Listening</a:t>
            </a:r>
            <a:endParaRPr kumimoji="0" lang="zh-CN" altLang="en-US" sz="60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 rot="5400000">
            <a:off x="9670507" y="1524432"/>
            <a:ext cx="3648636" cy="599777"/>
          </a:xfrm>
          <a:custGeom>
            <a:avLst/>
            <a:gdLst/>
            <a:ahLst/>
            <a:cxnLst/>
            <a:rect l="l" t="t" r="r" b="b"/>
            <a:pathLst>
              <a:path w="3648636" h="599777">
                <a:moveTo>
                  <a:pt x="3196943" y="584522"/>
                </a:moveTo>
                <a:lnTo>
                  <a:pt x="3196943" y="558477"/>
                </a:lnTo>
                <a:lnTo>
                  <a:pt x="3265404" y="551780"/>
                </a:lnTo>
                <a:cubicBezTo>
                  <a:pt x="3266644" y="513333"/>
                  <a:pt x="3267326" y="474513"/>
                  <a:pt x="3267450" y="435322"/>
                </a:cubicBezTo>
                <a:cubicBezTo>
                  <a:pt x="3267574" y="396130"/>
                  <a:pt x="3267636" y="356691"/>
                  <a:pt x="3267636" y="317003"/>
                </a:cubicBezTo>
                <a:lnTo>
                  <a:pt x="3267636" y="283517"/>
                </a:lnTo>
                <a:cubicBezTo>
                  <a:pt x="3267636" y="243830"/>
                  <a:pt x="3267575" y="204328"/>
                  <a:pt x="3267450" y="165013"/>
                </a:cubicBezTo>
                <a:cubicBezTo>
                  <a:pt x="3267326" y="125697"/>
                  <a:pt x="3266644" y="86444"/>
                  <a:pt x="3265404" y="47252"/>
                </a:cubicBezTo>
                <a:lnTo>
                  <a:pt x="3196943" y="41299"/>
                </a:lnTo>
                <a:lnTo>
                  <a:pt x="3196943" y="15254"/>
                </a:lnTo>
                <a:lnTo>
                  <a:pt x="3632637" y="15254"/>
                </a:lnTo>
                <a:lnTo>
                  <a:pt x="3631893" y="167059"/>
                </a:lnTo>
                <a:lnTo>
                  <a:pt x="3587989" y="167059"/>
                </a:lnTo>
                <a:lnTo>
                  <a:pt x="3552642" y="45020"/>
                </a:lnTo>
                <a:lnTo>
                  <a:pt x="3398233" y="45020"/>
                </a:lnTo>
                <a:cubicBezTo>
                  <a:pt x="3397489" y="83219"/>
                  <a:pt x="3397055" y="121915"/>
                  <a:pt x="3396931" y="161106"/>
                </a:cubicBezTo>
                <a:cubicBezTo>
                  <a:pt x="3396807" y="200297"/>
                  <a:pt x="3396745" y="240109"/>
                  <a:pt x="3396745" y="280541"/>
                </a:cubicBezTo>
                <a:lnTo>
                  <a:pt x="3500180" y="280541"/>
                </a:lnTo>
                <a:lnTo>
                  <a:pt x="3511714" y="196081"/>
                </a:lnTo>
                <a:lnTo>
                  <a:pt x="3549666" y="196081"/>
                </a:lnTo>
                <a:lnTo>
                  <a:pt x="3549666" y="388813"/>
                </a:lnTo>
                <a:lnTo>
                  <a:pt x="3511714" y="388813"/>
                </a:lnTo>
                <a:lnTo>
                  <a:pt x="3500924" y="308074"/>
                </a:lnTo>
                <a:lnTo>
                  <a:pt x="3396745" y="308074"/>
                </a:lnTo>
                <a:lnTo>
                  <a:pt x="3396745" y="310306"/>
                </a:lnTo>
                <a:cubicBezTo>
                  <a:pt x="3396745" y="352474"/>
                  <a:pt x="3396807" y="393836"/>
                  <a:pt x="3396931" y="434392"/>
                </a:cubicBezTo>
                <a:cubicBezTo>
                  <a:pt x="3397055" y="474947"/>
                  <a:pt x="3397489" y="515069"/>
                  <a:pt x="3398233" y="554756"/>
                </a:cubicBezTo>
                <a:lnTo>
                  <a:pt x="3569385" y="554756"/>
                </a:lnTo>
                <a:lnTo>
                  <a:pt x="3604732" y="426764"/>
                </a:lnTo>
                <a:lnTo>
                  <a:pt x="3647148" y="426764"/>
                </a:lnTo>
                <a:lnTo>
                  <a:pt x="3648636" y="584522"/>
                </a:lnTo>
                <a:close/>
                <a:moveTo>
                  <a:pt x="2701643" y="584522"/>
                </a:moveTo>
                <a:lnTo>
                  <a:pt x="2702387" y="558477"/>
                </a:lnTo>
                <a:lnTo>
                  <a:pt x="2770104" y="551780"/>
                </a:lnTo>
                <a:cubicBezTo>
                  <a:pt x="2771344" y="513581"/>
                  <a:pt x="2772026" y="475939"/>
                  <a:pt x="2772150" y="438857"/>
                </a:cubicBezTo>
                <a:cubicBezTo>
                  <a:pt x="2772275" y="401773"/>
                  <a:pt x="2772336" y="367977"/>
                  <a:pt x="2772336" y="337467"/>
                </a:cubicBezTo>
                <a:lnTo>
                  <a:pt x="2772336" y="283517"/>
                </a:lnTo>
                <a:cubicBezTo>
                  <a:pt x="2772336" y="243830"/>
                  <a:pt x="2772275" y="204328"/>
                  <a:pt x="2772150" y="165013"/>
                </a:cubicBezTo>
                <a:cubicBezTo>
                  <a:pt x="2772026" y="125697"/>
                  <a:pt x="2771344" y="86444"/>
                  <a:pt x="2770104" y="47252"/>
                </a:cubicBezTo>
                <a:lnTo>
                  <a:pt x="2701643" y="41299"/>
                </a:lnTo>
                <a:lnTo>
                  <a:pt x="2701643" y="15254"/>
                </a:lnTo>
                <a:lnTo>
                  <a:pt x="2977347" y="15254"/>
                </a:lnTo>
                <a:lnTo>
                  <a:pt x="2977347" y="41299"/>
                </a:lnTo>
                <a:lnTo>
                  <a:pt x="2902933" y="47997"/>
                </a:lnTo>
                <a:cubicBezTo>
                  <a:pt x="2902189" y="86444"/>
                  <a:pt x="2901755" y="124705"/>
                  <a:pt x="2901631" y="162780"/>
                </a:cubicBezTo>
                <a:cubicBezTo>
                  <a:pt x="2901507" y="200855"/>
                  <a:pt x="2901445" y="237008"/>
                  <a:pt x="2901445" y="271239"/>
                </a:cubicBezTo>
                <a:lnTo>
                  <a:pt x="2901445" y="320724"/>
                </a:lnTo>
                <a:cubicBezTo>
                  <a:pt x="2901445" y="358427"/>
                  <a:pt x="2901507" y="396937"/>
                  <a:pt x="2901631" y="436252"/>
                </a:cubicBezTo>
                <a:cubicBezTo>
                  <a:pt x="2901755" y="475567"/>
                  <a:pt x="2902189" y="515069"/>
                  <a:pt x="2902933" y="554756"/>
                </a:cubicBezTo>
                <a:lnTo>
                  <a:pt x="3061435" y="554756"/>
                </a:lnTo>
                <a:lnTo>
                  <a:pt x="3099386" y="413742"/>
                </a:lnTo>
                <a:lnTo>
                  <a:pt x="3140686" y="413742"/>
                </a:lnTo>
                <a:lnTo>
                  <a:pt x="3142174" y="584522"/>
                </a:lnTo>
                <a:close/>
                <a:moveTo>
                  <a:pt x="2138254" y="41299"/>
                </a:moveTo>
                <a:lnTo>
                  <a:pt x="2138254" y="15254"/>
                </a:lnTo>
                <a:lnTo>
                  <a:pt x="2402424" y="15254"/>
                </a:lnTo>
                <a:lnTo>
                  <a:pt x="2402424" y="41299"/>
                </a:lnTo>
                <a:lnTo>
                  <a:pt x="2327266" y="48741"/>
                </a:lnTo>
                <a:lnTo>
                  <a:pt x="2446700" y="308818"/>
                </a:lnTo>
                <a:lnTo>
                  <a:pt x="2564275" y="50973"/>
                </a:lnTo>
                <a:lnTo>
                  <a:pt x="2489488" y="41299"/>
                </a:lnTo>
                <a:lnTo>
                  <a:pt x="2489488" y="15254"/>
                </a:lnTo>
                <a:lnTo>
                  <a:pt x="2667710" y="15254"/>
                </a:lnTo>
                <a:lnTo>
                  <a:pt x="2667710" y="41299"/>
                </a:lnTo>
                <a:lnTo>
                  <a:pt x="2605202" y="50229"/>
                </a:lnTo>
                <a:lnTo>
                  <a:pt x="2463444" y="340072"/>
                </a:lnTo>
                <a:cubicBezTo>
                  <a:pt x="2463444" y="374798"/>
                  <a:pt x="2463505" y="404192"/>
                  <a:pt x="2463630" y="428253"/>
                </a:cubicBezTo>
                <a:cubicBezTo>
                  <a:pt x="2463753" y="452313"/>
                  <a:pt x="2463877" y="473893"/>
                  <a:pt x="2464002" y="492993"/>
                </a:cubicBezTo>
                <a:cubicBezTo>
                  <a:pt x="2464125" y="512092"/>
                  <a:pt x="2464435" y="531440"/>
                  <a:pt x="2464932" y="551036"/>
                </a:cubicBezTo>
                <a:lnTo>
                  <a:pt x="2542694" y="558477"/>
                </a:lnTo>
                <a:lnTo>
                  <a:pt x="2542694" y="584522"/>
                </a:lnTo>
                <a:lnTo>
                  <a:pt x="2256200" y="584522"/>
                </a:lnTo>
                <a:lnTo>
                  <a:pt x="2256200" y="558477"/>
                </a:lnTo>
                <a:lnTo>
                  <a:pt x="2333219" y="551036"/>
                </a:lnTo>
                <a:cubicBezTo>
                  <a:pt x="2333715" y="532928"/>
                  <a:pt x="2334087" y="515131"/>
                  <a:pt x="2334335" y="497644"/>
                </a:cubicBezTo>
                <a:cubicBezTo>
                  <a:pt x="2334583" y="480156"/>
                  <a:pt x="2334707" y="460623"/>
                  <a:pt x="2334707" y="439043"/>
                </a:cubicBezTo>
                <a:cubicBezTo>
                  <a:pt x="2334707" y="417462"/>
                  <a:pt x="2334707" y="391541"/>
                  <a:pt x="2334707" y="361280"/>
                </a:cubicBezTo>
                <a:lnTo>
                  <a:pt x="2179926" y="45020"/>
                </a:lnTo>
                <a:close/>
                <a:moveTo>
                  <a:pt x="1602027" y="178221"/>
                </a:moveTo>
                <a:lnTo>
                  <a:pt x="1605003" y="15254"/>
                </a:lnTo>
                <a:lnTo>
                  <a:pt x="2108042" y="15254"/>
                </a:lnTo>
                <a:lnTo>
                  <a:pt x="2111019" y="178221"/>
                </a:lnTo>
                <a:lnTo>
                  <a:pt x="2066742" y="178221"/>
                </a:lnTo>
                <a:lnTo>
                  <a:pt x="2028047" y="45020"/>
                </a:lnTo>
                <a:lnTo>
                  <a:pt x="1922007" y="45020"/>
                </a:lnTo>
                <a:cubicBezTo>
                  <a:pt x="1921263" y="84211"/>
                  <a:pt x="1920829" y="123651"/>
                  <a:pt x="1920705" y="163338"/>
                </a:cubicBezTo>
                <a:cubicBezTo>
                  <a:pt x="1920581" y="203026"/>
                  <a:pt x="1920519" y="243085"/>
                  <a:pt x="1920519" y="283517"/>
                </a:cubicBezTo>
                <a:lnTo>
                  <a:pt x="1920519" y="316259"/>
                </a:lnTo>
                <a:cubicBezTo>
                  <a:pt x="1920519" y="355203"/>
                  <a:pt x="1920581" y="394332"/>
                  <a:pt x="1920705" y="433647"/>
                </a:cubicBezTo>
                <a:cubicBezTo>
                  <a:pt x="1920829" y="472963"/>
                  <a:pt x="1921263" y="512092"/>
                  <a:pt x="1922007" y="551036"/>
                </a:cubicBezTo>
                <a:lnTo>
                  <a:pt x="1999769" y="558477"/>
                </a:lnTo>
                <a:lnTo>
                  <a:pt x="1999769" y="584522"/>
                </a:lnTo>
                <a:lnTo>
                  <a:pt x="1713276" y="584522"/>
                </a:lnTo>
                <a:lnTo>
                  <a:pt x="1713276" y="558477"/>
                </a:lnTo>
                <a:lnTo>
                  <a:pt x="1790294" y="551036"/>
                </a:lnTo>
                <a:cubicBezTo>
                  <a:pt x="1791038" y="512836"/>
                  <a:pt x="1791472" y="474203"/>
                  <a:pt x="1791596" y="435136"/>
                </a:cubicBezTo>
                <a:cubicBezTo>
                  <a:pt x="1791720" y="396068"/>
                  <a:pt x="1791782" y="356691"/>
                  <a:pt x="1791782" y="317003"/>
                </a:cubicBezTo>
                <a:lnTo>
                  <a:pt x="1791782" y="283517"/>
                </a:lnTo>
                <a:cubicBezTo>
                  <a:pt x="1791782" y="243582"/>
                  <a:pt x="1791720" y="203646"/>
                  <a:pt x="1791596" y="163710"/>
                </a:cubicBezTo>
                <a:cubicBezTo>
                  <a:pt x="1791473" y="123775"/>
                  <a:pt x="1791038" y="84211"/>
                  <a:pt x="1790294" y="45020"/>
                </a:cubicBezTo>
                <a:lnTo>
                  <a:pt x="1684998" y="45020"/>
                </a:lnTo>
                <a:lnTo>
                  <a:pt x="1647047" y="178221"/>
                </a:lnTo>
                <a:close/>
                <a:moveTo>
                  <a:pt x="1156509" y="554012"/>
                </a:moveTo>
                <a:lnTo>
                  <a:pt x="1162091" y="423043"/>
                </a:lnTo>
                <a:lnTo>
                  <a:pt x="1206367" y="423043"/>
                </a:lnTo>
                <a:lnTo>
                  <a:pt x="1246551" y="555501"/>
                </a:lnTo>
                <a:cubicBezTo>
                  <a:pt x="1257961" y="559717"/>
                  <a:pt x="1269619" y="562694"/>
                  <a:pt x="1281525" y="564430"/>
                </a:cubicBezTo>
                <a:cubicBezTo>
                  <a:pt x="1293431" y="566167"/>
                  <a:pt x="1306702" y="567035"/>
                  <a:pt x="1321337" y="567035"/>
                </a:cubicBezTo>
                <a:cubicBezTo>
                  <a:pt x="1359040" y="567035"/>
                  <a:pt x="1388000" y="558601"/>
                  <a:pt x="1408215" y="541734"/>
                </a:cubicBezTo>
                <a:cubicBezTo>
                  <a:pt x="1428431" y="524867"/>
                  <a:pt x="1438539" y="501550"/>
                  <a:pt x="1438539" y="471785"/>
                </a:cubicBezTo>
                <a:cubicBezTo>
                  <a:pt x="1438539" y="445740"/>
                  <a:pt x="1432338" y="424904"/>
                  <a:pt x="1419935" y="409277"/>
                </a:cubicBezTo>
                <a:cubicBezTo>
                  <a:pt x="1407533" y="393650"/>
                  <a:pt x="1386077" y="379139"/>
                  <a:pt x="1355567" y="365745"/>
                </a:cubicBezTo>
                <a:lnTo>
                  <a:pt x="1319104" y="349746"/>
                </a:lnTo>
                <a:cubicBezTo>
                  <a:pt x="1268007" y="326925"/>
                  <a:pt x="1229187" y="301314"/>
                  <a:pt x="1202646" y="272913"/>
                </a:cubicBezTo>
                <a:cubicBezTo>
                  <a:pt x="1176105" y="244512"/>
                  <a:pt x="1162835" y="207367"/>
                  <a:pt x="1162835" y="161478"/>
                </a:cubicBezTo>
                <a:cubicBezTo>
                  <a:pt x="1162835" y="127248"/>
                  <a:pt x="1171455" y="98102"/>
                  <a:pt x="1188694" y="74042"/>
                </a:cubicBezTo>
                <a:cubicBezTo>
                  <a:pt x="1205933" y="49981"/>
                  <a:pt x="1230118" y="31626"/>
                  <a:pt x="1261247" y="18975"/>
                </a:cubicBezTo>
                <a:cubicBezTo>
                  <a:pt x="1292377" y="6325"/>
                  <a:pt x="1328654" y="0"/>
                  <a:pt x="1370078" y="0"/>
                </a:cubicBezTo>
                <a:cubicBezTo>
                  <a:pt x="1399844" y="0"/>
                  <a:pt x="1427811" y="3844"/>
                  <a:pt x="1453980" y="11534"/>
                </a:cubicBezTo>
                <a:cubicBezTo>
                  <a:pt x="1480149" y="19223"/>
                  <a:pt x="1503775" y="29889"/>
                  <a:pt x="1524859" y="43532"/>
                </a:cubicBezTo>
                <a:lnTo>
                  <a:pt x="1517790" y="167803"/>
                </a:lnTo>
                <a:lnTo>
                  <a:pt x="1473514" y="167803"/>
                </a:lnTo>
                <a:lnTo>
                  <a:pt x="1434818" y="41299"/>
                </a:lnTo>
                <a:cubicBezTo>
                  <a:pt x="1427129" y="37827"/>
                  <a:pt x="1419315" y="35408"/>
                  <a:pt x="1411378" y="34044"/>
                </a:cubicBezTo>
                <a:cubicBezTo>
                  <a:pt x="1403440" y="32680"/>
                  <a:pt x="1394759" y="31998"/>
                  <a:pt x="1385333" y="31998"/>
                </a:cubicBezTo>
                <a:cubicBezTo>
                  <a:pt x="1352095" y="31998"/>
                  <a:pt x="1325616" y="39997"/>
                  <a:pt x="1305896" y="55996"/>
                </a:cubicBezTo>
                <a:cubicBezTo>
                  <a:pt x="1286176" y="71995"/>
                  <a:pt x="1276316" y="94257"/>
                  <a:pt x="1276316" y="122783"/>
                </a:cubicBezTo>
                <a:cubicBezTo>
                  <a:pt x="1276316" y="149076"/>
                  <a:pt x="1283386" y="170098"/>
                  <a:pt x="1297524" y="185849"/>
                </a:cubicBezTo>
                <a:cubicBezTo>
                  <a:pt x="1311663" y="201600"/>
                  <a:pt x="1332003" y="215676"/>
                  <a:pt x="1358544" y="228079"/>
                </a:cubicBezTo>
                <a:lnTo>
                  <a:pt x="1399099" y="246310"/>
                </a:lnTo>
                <a:cubicBezTo>
                  <a:pt x="1436802" y="263177"/>
                  <a:pt x="1467065" y="280168"/>
                  <a:pt x="1489885" y="297284"/>
                </a:cubicBezTo>
                <a:cubicBezTo>
                  <a:pt x="1512705" y="314399"/>
                  <a:pt x="1529200" y="333437"/>
                  <a:pt x="1539370" y="354397"/>
                </a:cubicBezTo>
                <a:cubicBezTo>
                  <a:pt x="1549540" y="375356"/>
                  <a:pt x="1554625" y="400223"/>
                  <a:pt x="1554625" y="428997"/>
                </a:cubicBezTo>
                <a:cubicBezTo>
                  <a:pt x="1554625" y="479598"/>
                  <a:pt x="1535773" y="520712"/>
                  <a:pt x="1498070" y="552338"/>
                </a:cubicBezTo>
                <a:cubicBezTo>
                  <a:pt x="1460367" y="583964"/>
                  <a:pt x="1405797" y="599777"/>
                  <a:pt x="1334359" y="599777"/>
                </a:cubicBezTo>
                <a:cubicBezTo>
                  <a:pt x="1303105" y="599777"/>
                  <a:pt x="1271417" y="595870"/>
                  <a:pt x="1239295" y="588057"/>
                </a:cubicBezTo>
                <a:cubicBezTo>
                  <a:pt x="1207173" y="580243"/>
                  <a:pt x="1179578" y="568895"/>
                  <a:pt x="1156509" y="554012"/>
                </a:cubicBezTo>
                <a:close/>
                <a:moveTo>
                  <a:pt x="453743" y="584522"/>
                </a:moveTo>
                <a:lnTo>
                  <a:pt x="453743" y="558477"/>
                </a:lnTo>
                <a:lnTo>
                  <a:pt x="522204" y="551780"/>
                </a:lnTo>
                <a:cubicBezTo>
                  <a:pt x="523444" y="513333"/>
                  <a:pt x="524127" y="474513"/>
                  <a:pt x="524250" y="435322"/>
                </a:cubicBezTo>
                <a:cubicBezTo>
                  <a:pt x="524374" y="396130"/>
                  <a:pt x="524436" y="356691"/>
                  <a:pt x="524436" y="317003"/>
                </a:cubicBezTo>
                <a:lnTo>
                  <a:pt x="524436" y="283517"/>
                </a:lnTo>
                <a:cubicBezTo>
                  <a:pt x="524436" y="243830"/>
                  <a:pt x="524374" y="204328"/>
                  <a:pt x="524250" y="165013"/>
                </a:cubicBezTo>
                <a:cubicBezTo>
                  <a:pt x="524127" y="125697"/>
                  <a:pt x="523444" y="86444"/>
                  <a:pt x="522204" y="47252"/>
                </a:cubicBezTo>
                <a:lnTo>
                  <a:pt x="453743" y="41299"/>
                </a:lnTo>
                <a:lnTo>
                  <a:pt x="453743" y="15254"/>
                </a:lnTo>
                <a:lnTo>
                  <a:pt x="889437" y="15254"/>
                </a:lnTo>
                <a:lnTo>
                  <a:pt x="888693" y="167059"/>
                </a:lnTo>
                <a:lnTo>
                  <a:pt x="844789" y="167059"/>
                </a:lnTo>
                <a:lnTo>
                  <a:pt x="809442" y="45020"/>
                </a:lnTo>
                <a:lnTo>
                  <a:pt x="655033" y="45020"/>
                </a:lnTo>
                <a:cubicBezTo>
                  <a:pt x="654289" y="83219"/>
                  <a:pt x="653855" y="121915"/>
                  <a:pt x="653731" y="161106"/>
                </a:cubicBezTo>
                <a:cubicBezTo>
                  <a:pt x="653607" y="200297"/>
                  <a:pt x="653545" y="240109"/>
                  <a:pt x="653545" y="280541"/>
                </a:cubicBezTo>
                <a:lnTo>
                  <a:pt x="756980" y="280541"/>
                </a:lnTo>
                <a:lnTo>
                  <a:pt x="768515" y="196081"/>
                </a:lnTo>
                <a:lnTo>
                  <a:pt x="806466" y="196081"/>
                </a:lnTo>
                <a:lnTo>
                  <a:pt x="806466" y="388813"/>
                </a:lnTo>
                <a:lnTo>
                  <a:pt x="768515" y="388813"/>
                </a:lnTo>
                <a:lnTo>
                  <a:pt x="757725" y="308074"/>
                </a:lnTo>
                <a:lnTo>
                  <a:pt x="653545" y="308074"/>
                </a:lnTo>
                <a:lnTo>
                  <a:pt x="653545" y="310306"/>
                </a:lnTo>
                <a:cubicBezTo>
                  <a:pt x="653545" y="352474"/>
                  <a:pt x="653607" y="393836"/>
                  <a:pt x="653731" y="434392"/>
                </a:cubicBezTo>
                <a:cubicBezTo>
                  <a:pt x="653855" y="474947"/>
                  <a:pt x="654289" y="515069"/>
                  <a:pt x="655033" y="554756"/>
                </a:cubicBezTo>
                <a:lnTo>
                  <a:pt x="826185" y="554756"/>
                </a:lnTo>
                <a:lnTo>
                  <a:pt x="861532" y="426764"/>
                </a:lnTo>
                <a:lnTo>
                  <a:pt x="903948" y="426764"/>
                </a:lnTo>
                <a:lnTo>
                  <a:pt x="905436" y="584522"/>
                </a:lnTo>
                <a:close/>
                <a:moveTo>
                  <a:pt x="0" y="550358"/>
                </a:moveTo>
                <a:lnTo>
                  <a:pt x="0" y="51574"/>
                </a:lnTo>
                <a:lnTo>
                  <a:pt x="21546" y="36276"/>
                </a:lnTo>
                <a:cubicBezTo>
                  <a:pt x="67931" y="12092"/>
                  <a:pt x="121757" y="0"/>
                  <a:pt x="183025" y="0"/>
                </a:cubicBezTo>
                <a:cubicBezTo>
                  <a:pt x="215767" y="0"/>
                  <a:pt x="245594" y="3534"/>
                  <a:pt x="272508" y="10604"/>
                </a:cubicBezTo>
                <a:cubicBezTo>
                  <a:pt x="299421" y="17673"/>
                  <a:pt x="324659" y="27905"/>
                  <a:pt x="348224" y="41299"/>
                </a:cubicBezTo>
                <a:lnTo>
                  <a:pt x="345247" y="180826"/>
                </a:lnTo>
                <a:lnTo>
                  <a:pt x="297994" y="180826"/>
                </a:lnTo>
                <a:lnTo>
                  <a:pt x="258183" y="39811"/>
                </a:lnTo>
                <a:cubicBezTo>
                  <a:pt x="241068" y="32618"/>
                  <a:pt x="221596" y="29021"/>
                  <a:pt x="199768" y="29021"/>
                </a:cubicBezTo>
                <a:cubicBezTo>
                  <a:pt x="163801" y="29021"/>
                  <a:pt x="131431" y="38881"/>
                  <a:pt x="102658" y="58601"/>
                </a:cubicBezTo>
                <a:cubicBezTo>
                  <a:pt x="73884" y="78320"/>
                  <a:pt x="51126" y="108148"/>
                  <a:pt x="34383" y="148084"/>
                </a:cubicBezTo>
                <a:cubicBezTo>
                  <a:pt x="17639" y="188019"/>
                  <a:pt x="9268" y="238497"/>
                  <a:pt x="9268" y="299516"/>
                </a:cubicBezTo>
                <a:cubicBezTo>
                  <a:pt x="9268" y="356071"/>
                  <a:pt x="17392" y="404626"/>
                  <a:pt x="33638" y="445182"/>
                </a:cubicBezTo>
                <a:cubicBezTo>
                  <a:pt x="49885" y="485737"/>
                  <a:pt x="71838" y="516805"/>
                  <a:pt x="99495" y="538385"/>
                </a:cubicBezTo>
                <a:cubicBezTo>
                  <a:pt x="127152" y="559965"/>
                  <a:pt x="157972" y="570755"/>
                  <a:pt x="191954" y="570755"/>
                </a:cubicBezTo>
                <a:cubicBezTo>
                  <a:pt x="200636" y="570755"/>
                  <a:pt x="209194" y="570321"/>
                  <a:pt x="217627" y="569453"/>
                </a:cubicBezTo>
                <a:cubicBezTo>
                  <a:pt x="226061" y="568585"/>
                  <a:pt x="234246" y="567283"/>
                  <a:pt x="242184" y="565546"/>
                </a:cubicBezTo>
                <a:lnTo>
                  <a:pt x="242184" y="508248"/>
                </a:lnTo>
                <a:cubicBezTo>
                  <a:pt x="242184" y="480218"/>
                  <a:pt x="241998" y="452437"/>
                  <a:pt x="241626" y="424904"/>
                </a:cubicBezTo>
                <a:cubicBezTo>
                  <a:pt x="241254" y="397371"/>
                  <a:pt x="240696" y="369341"/>
                  <a:pt x="239951" y="340816"/>
                </a:cubicBezTo>
                <a:lnTo>
                  <a:pt x="158468" y="330770"/>
                </a:lnTo>
                <a:lnTo>
                  <a:pt x="158468" y="304725"/>
                </a:lnTo>
                <a:lnTo>
                  <a:pt x="412964" y="304725"/>
                </a:lnTo>
                <a:lnTo>
                  <a:pt x="412964" y="330770"/>
                </a:lnTo>
                <a:lnTo>
                  <a:pt x="365711" y="336723"/>
                </a:lnTo>
                <a:cubicBezTo>
                  <a:pt x="364223" y="392534"/>
                  <a:pt x="363479" y="450949"/>
                  <a:pt x="363479" y="511968"/>
                </a:cubicBezTo>
                <a:lnTo>
                  <a:pt x="363479" y="549547"/>
                </a:lnTo>
                <a:cubicBezTo>
                  <a:pt x="333713" y="566911"/>
                  <a:pt x="304320" y="579623"/>
                  <a:pt x="275298" y="587685"/>
                </a:cubicBezTo>
                <a:cubicBezTo>
                  <a:pt x="246277" y="595746"/>
                  <a:pt x="213659" y="599777"/>
                  <a:pt x="177444" y="599777"/>
                </a:cubicBezTo>
                <a:cubicBezTo>
                  <a:pt x="117168" y="599777"/>
                  <a:pt x="64272" y="587809"/>
                  <a:pt x="18756" y="563872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6000">
                <a:solidFill>
                  <a:schemeClr val="accent2">
                    <a:lumMod val="10000"/>
                    <a:lumOff val="90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1322865" y="3976914"/>
            <a:ext cx="343920" cy="343920"/>
          </a:xfrm>
          <a:prstGeom prst="rect">
            <a:avLst/>
          </a:prstGeom>
          <a:solidFill>
            <a:schemeClr val="accent2">
              <a:lumMod val="90000"/>
              <a:lumOff val="10000"/>
              <a:alpha val="26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6000" b="0" i="0" u="none" strike="noStrike" kern="1200" cap="none" spc="0" normalizeH="0" baseline="0" noProof="0">
              <a:ln>
                <a:noFill/>
              </a:ln>
              <a:solidFill>
                <a:srgbClr val="342521">
                  <a:lumMod val="10000"/>
                  <a:lumOff val="90000"/>
                </a:srgbClr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00873" y="4096373"/>
            <a:ext cx="4093478" cy="97693"/>
            <a:chOff x="200873" y="3702782"/>
            <a:chExt cx="4093478" cy="97693"/>
          </a:xfrm>
        </p:grpSpPr>
        <p:sp>
          <p:nvSpPr>
            <p:cNvPr id="45" name="矩形 44"/>
            <p:cNvSpPr/>
            <p:nvPr/>
          </p:nvSpPr>
          <p:spPr>
            <a:xfrm>
              <a:off x="20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6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72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8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24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50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76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02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29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55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81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07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33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59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385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411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639487" y="5656453"/>
            <a:ext cx="4093478" cy="97693"/>
            <a:chOff x="200873" y="3702782"/>
            <a:chExt cx="4093478" cy="97693"/>
          </a:xfrm>
        </p:grpSpPr>
        <p:sp>
          <p:nvSpPr>
            <p:cNvPr id="63" name="矩形 62"/>
            <p:cNvSpPr/>
            <p:nvPr/>
          </p:nvSpPr>
          <p:spPr>
            <a:xfrm>
              <a:off x="20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46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72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98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124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50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76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02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2290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2552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2813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3074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3358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5971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385837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4119623" y="3702782"/>
              <a:ext cx="174728" cy="976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7971906" y="218190"/>
            <a:ext cx="2630595" cy="567623"/>
            <a:chOff x="7211245" y="121919"/>
            <a:chExt cx="3024649" cy="718494"/>
          </a:xfrm>
          <a:solidFill>
            <a:schemeClr val="accent3">
              <a:lumMod val="75000"/>
            </a:schemeClr>
          </a:solidFill>
        </p:grpSpPr>
        <p:sp>
          <p:nvSpPr>
            <p:cNvPr id="79" name="矩形 78"/>
            <p:cNvSpPr/>
            <p:nvPr/>
          </p:nvSpPr>
          <p:spPr>
            <a:xfrm>
              <a:off x="8512971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862678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69632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732476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802008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8838163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895288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02242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905654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917036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23989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927605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934558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9381737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9496463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9565995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9601242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971506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978459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9820747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9890279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992643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0041160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10110692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7211245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7325971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7395503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429627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7543445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7612977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764913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771866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775481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7869545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7939077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7974324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808814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15767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8193829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8263361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8299516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8414242" y="121919"/>
              <a:ext cx="45719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8483774" y="121919"/>
              <a:ext cx="12342" cy="718493"/>
            </a:xfrm>
            <a:custGeom>
              <a:avLst/>
              <a:gdLst>
                <a:gd name="connsiteX0" fmla="*/ 0 w 12342"/>
                <a:gd name="connsiteY0" fmla="*/ 0 h 718493"/>
                <a:gd name="connsiteX1" fmla="*/ 12342 w 12342"/>
                <a:gd name="connsiteY1" fmla="*/ 0 h 718493"/>
                <a:gd name="connsiteX2" fmla="*/ 12342 w 12342"/>
                <a:gd name="connsiteY2" fmla="*/ 718493 h 718493"/>
                <a:gd name="connsiteX3" fmla="*/ 0 w 12342"/>
                <a:gd name="connsiteY3" fmla="*/ 718493 h 71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42" h="718493">
                  <a:moveTo>
                    <a:pt x="0" y="0"/>
                  </a:moveTo>
                  <a:lnTo>
                    <a:pt x="12342" y="0"/>
                  </a:lnTo>
                  <a:lnTo>
                    <a:pt x="12342" y="718493"/>
                  </a:lnTo>
                  <a:lnTo>
                    <a:pt x="0" y="7184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10145889" y="121920"/>
              <a:ext cx="90005" cy="71849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endParaRPr>
            </a:p>
          </p:txBody>
        </p:sp>
      </p:grpSp>
      <p:sp>
        <p:nvSpPr>
          <p:cNvPr id="153" name="任意多边形: 形状 152"/>
          <p:cNvSpPr/>
          <p:nvPr/>
        </p:nvSpPr>
        <p:spPr>
          <a:xfrm>
            <a:off x="10790454" y="4659086"/>
            <a:ext cx="1401546" cy="1567543"/>
          </a:xfrm>
          <a:custGeom>
            <a:avLst/>
            <a:gdLst>
              <a:gd name="connsiteX0" fmla="*/ 0 w 1401546"/>
              <a:gd name="connsiteY0" fmla="*/ 0 h 1567543"/>
              <a:gd name="connsiteX1" fmla="*/ 1401546 w 1401546"/>
              <a:gd name="connsiteY1" fmla="*/ 0 h 1567543"/>
              <a:gd name="connsiteX2" fmla="*/ 1401546 w 1401546"/>
              <a:gd name="connsiteY2" fmla="*/ 1567543 h 1567543"/>
              <a:gd name="connsiteX3" fmla="*/ 0 w 1401546"/>
              <a:gd name="connsiteY3" fmla="*/ 1567543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1567543">
                <a:moveTo>
                  <a:pt x="0" y="0"/>
                </a:moveTo>
                <a:lnTo>
                  <a:pt x="1401546" y="0"/>
                </a:lnTo>
                <a:lnTo>
                  <a:pt x="1401546" y="1567543"/>
                </a:lnTo>
                <a:lnTo>
                  <a:pt x="0" y="15675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10790454" y="6437135"/>
            <a:ext cx="1401546" cy="420865"/>
          </a:xfrm>
          <a:custGeom>
            <a:avLst/>
            <a:gdLst>
              <a:gd name="connsiteX0" fmla="*/ 0 w 1401546"/>
              <a:gd name="connsiteY0" fmla="*/ 0 h 420865"/>
              <a:gd name="connsiteX1" fmla="*/ 1401546 w 1401546"/>
              <a:gd name="connsiteY1" fmla="*/ 0 h 420865"/>
              <a:gd name="connsiteX2" fmla="*/ 1401546 w 1401546"/>
              <a:gd name="connsiteY2" fmla="*/ 420865 h 420865"/>
              <a:gd name="connsiteX3" fmla="*/ 0 w 1401546"/>
              <a:gd name="connsiteY3" fmla="*/ 420865 h 4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1546" h="420865">
                <a:moveTo>
                  <a:pt x="0" y="0"/>
                </a:moveTo>
                <a:lnTo>
                  <a:pt x="1401546" y="0"/>
                </a:lnTo>
                <a:lnTo>
                  <a:pt x="1401546" y="420865"/>
                </a:lnTo>
                <a:lnTo>
                  <a:pt x="0" y="4208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0" y="391885"/>
            <a:ext cx="1621972" cy="1197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  <p:pic>
        <p:nvPicPr>
          <p:cNvPr id="155" name="图形 1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93697" y="4853214"/>
            <a:ext cx="404586" cy="404586"/>
          </a:xfrm>
          <a:prstGeom prst="rect">
            <a:avLst/>
          </a:prstGeom>
        </p:spPr>
      </p:pic>
      <p:pic>
        <p:nvPicPr>
          <p:cNvPr id="158" name="图形 1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1224396" y="5424082"/>
            <a:ext cx="570318" cy="5703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908A440-606D-7034-73F1-0202367DE9C8}"/>
              </a:ext>
            </a:extLst>
          </p:cNvPr>
          <p:cNvSpPr txBox="1"/>
          <p:nvPr/>
        </p:nvSpPr>
        <p:spPr>
          <a:xfrm>
            <a:off x="924247" y="2517842"/>
            <a:ext cx="540035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i="1" dirty="0">
                <a:solidFill>
                  <a:srgbClr val="000000"/>
                </a:solidFill>
                <a:latin typeface="思源宋体 CN Heavy"/>
                <a:ea typeface="+mj-ea"/>
              </a:rPr>
              <a:t>一个智能电影推荐</a:t>
            </a:r>
            <a:r>
              <a:rPr lang="en-US" altLang="zh-CN" sz="3600" i="1" dirty="0">
                <a:solidFill>
                  <a:srgbClr val="000000"/>
                </a:solidFill>
                <a:latin typeface="思源宋体 CN Heavy"/>
                <a:ea typeface="+mj-ea"/>
              </a:rPr>
              <a:t>Agent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 Heavy"/>
              <a:ea typeface="+mj-ea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A57DE0-7A47-B610-D308-121D00A437EE}"/>
              </a:ext>
            </a:extLst>
          </p:cNvPr>
          <p:cNvSpPr txBox="1"/>
          <p:nvPr/>
        </p:nvSpPr>
        <p:spPr>
          <a:xfrm>
            <a:off x="952845" y="3147658"/>
            <a:ext cx="3393752" cy="787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2351299 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王雷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2354185 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A67B49">
                    <a:lumMod val="75000"/>
                  </a:srgbClr>
                </a:solidFill>
                <a:effectLst/>
                <a:uLnTx/>
                <a:uFillTx/>
                <a:latin typeface="思源宋体 CN Medium"/>
                <a:ea typeface="思源宋体 CN Medium"/>
                <a:cs typeface="+mn-cs"/>
              </a:rPr>
              <a:t>周达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2351129 </a:t>
            </a:r>
            <a:r>
              <a:rPr lang="zh-CN" altLang="en-US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黄景胤 </a:t>
            </a:r>
            <a:r>
              <a:rPr lang="en-US" altLang="zh-CN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2352609 </a:t>
            </a:r>
            <a:r>
              <a:rPr lang="zh-CN" altLang="en-US" sz="1600" i="1" dirty="0">
                <a:solidFill>
                  <a:srgbClr val="A67B49">
                    <a:lumMod val="75000"/>
                  </a:srgbClr>
                </a:solidFill>
                <a:latin typeface="思源宋体 CN Medium"/>
                <a:ea typeface="思源宋体 CN Medium"/>
              </a:rPr>
              <a:t>林琪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A67B49">
                  <a:lumMod val="75000"/>
                </a:srgbClr>
              </a:solidFill>
              <a:effectLst/>
              <a:uLnTx/>
              <a:uFillTx/>
              <a:latin typeface="思源宋体 CN Medium"/>
              <a:ea typeface="思源宋体 CN Medium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342521"/>
      </a:accent2>
      <a:accent3>
        <a:srgbClr val="A67B49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党建">
      <a:majorFont>
        <a:latin typeface="思源宋体 CN Medium"/>
        <a:ea typeface="思源宋体 CN Heavy"/>
        <a:cs typeface=""/>
      </a:majorFont>
      <a:minorFont>
        <a:latin typeface="思源宋体 CN Medium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342521"/>
    </a:accent2>
    <a:accent3>
      <a:srgbClr val="A67B49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1132</Words>
  <Application>Microsoft Office PowerPoint</Application>
  <PresentationFormat>宽屏</PresentationFormat>
  <Paragraphs>90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思源宋体 CN Heavy</vt:lpstr>
      <vt:lpstr>思源宋体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 Wing_</dc:creator>
  <cp:lastModifiedBy>WR Wing_</cp:lastModifiedBy>
  <cp:revision>9</cp:revision>
  <dcterms:created xsi:type="dcterms:W3CDTF">2026-06-13T11:13:21Z</dcterms:created>
  <dcterms:modified xsi:type="dcterms:W3CDTF">2026-06-15T07:35:11Z</dcterms:modified>
</cp:coreProperties>
</file>