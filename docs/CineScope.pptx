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848" autoAdjust="0"/>
  </p:normalViewPr>
  <p:slideViewPr>
    <p:cSldViewPr snapToGrid="0">
      <p:cViewPr varScale="1">
        <p:scale>
          <a:sx n="159" d="100"/>
          <a:sy n="159" d="100"/>
        </p:scale>
        <p:origin x="33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803668-8073-7795-A06E-58A10E1B9A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236CF5D-1384-ACE0-7C8D-230F1AE57C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F5A3F0-FE84-0326-2525-C6D0D8F11DA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38FDDC-DECB-73E5-6334-8D9F7375973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71DE2D-A561-A1F9-4A35-3B6A330530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C4D88B-ED44-8CEA-34E4-DEE5A7EFA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65D0B6-B3FD-1B24-BA18-5BFA10F94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7F0879-5707-C887-C2BC-27BF779CDEF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632E34-747B-501D-2D30-B71C81F82E8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00872C-63CE-3F8B-D157-5429FEE997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0A62D1-EC51-FCC2-E5E0-36CD2B0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31458D-123C-9AC0-0A00-333CE3EB69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AD5EE88-A9A0-CC23-A960-20556A72948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9D0B4C-BC52-5C0F-445C-6016C2B48CB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915FC6-8EC3-009A-FE24-EA56F02634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F56BD5-2753-74DB-F16B-5A0720383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F54A84-ADF9-9751-B3A9-362500D30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F3FE71-6E41-E978-C31F-5531DFD23EC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D45A8E7-8E76-70A0-B5BD-102330239D8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BC455C-CEED-0E74-D3D5-A4878F36258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503A58A-C136-CFFC-6C64-BD8B6CD578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FD78E9-AB91-D1D5-6BD4-72F56E100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E7FC4E-C238-5C79-5163-4015B1B51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E962EDC-EF02-17C8-939E-792D8AC37E30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8FA71F-436B-749A-5C42-733774D7156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9737B30-3E1D-B770-242A-70BF93B51DED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85313C7-D9AE-7954-D510-E3E8B610299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D690F8E-C6C7-D081-1CE1-D50D0DFB9D6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C521594-4EFC-89E9-E95D-D1CD5238F3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198679-6794-7712-9BAC-6114784D0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0B2C076-14D2-7F9B-663B-166D4D7AD9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9FA41D-972B-2ECA-B855-D5C62C347D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6D43BD-7F01-275D-6125-A6296616E3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9E42108-16F1-5070-4465-502489351F3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A7B686D-32BE-F794-37D0-32DC79FFBAC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A4CD83-D884-BE6B-E71C-C0C7F28DD8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AE1AC3-A99D-C189-C7BF-94A449E17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C47C95-7D73-9311-08FB-F800A2C4E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05E8DAF-BE6F-0259-0F8D-B018E296816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F68810-CE6E-9CEC-249D-64454BD73A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0845F2F-B30C-B7A6-F260-D91939D907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137151D-4A10-F0FB-68D3-8A8C842CDC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6B7B5-5EA0-A372-69D4-43329FF0F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F26E20C-3391-D054-5FDC-4AC78167AB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25B76C3-7C68-7370-B6C1-9FA017632D0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6DD3260-B92A-DA0B-9130-AA747A63E6B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78AE71-9957-87D7-C229-56C5FB20AA2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33F660B-1BC8-84ED-0A63-B2B6DACF42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82DB63-DB7D-8344-3EA9-F31FC98D3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BEFE3A2-5CB8-878A-9C97-5C1C6F47A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18A5A-60F5-C502-4A91-8A7AE691BF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65FF31-4290-21BF-6DDD-1250927791D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683471-F1A2-F592-04A2-FD8F72436A0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2B238E9-8CA0-9986-65D2-159EA234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1598DF7-1858-9003-24C4-77949FFAB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35CA45-417A-3D8A-FD87-4AFA66C185F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7F1A8-B0FE-79F8-9715-3EDC6F4978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042DFAA-554A-1028-8D37-963F49CEBD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26C361-9159-46C1-BF3A-6FD6F2BED2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515541-CB87-4761-9B94-DBC170D2DE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A7BD3F4-90AD-4B57-9BA4-C4C5A472A0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51F524-CE5A-4A3B-B4E6-3554C1AADC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D3E22C-9917-4ADA-A07D-998B8C3E998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D7A5E27-F4EC-430A-B02A-1940B66661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0FF603-4068-480B-B9EB-8506100C1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EAC88E-9F39-4DF4-82B3-8408B0BEC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698014-38F0-4B7A-91AB-2587E4AEBDF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C38FE5-BD33-4500-9417-97C00425F0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4610D9-35D3-4D8E-B30C-78A92819F3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F3A489-1CA4-41B0-AAAD-92776569B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AE41085-04D7-4C38-AD1D-8521F9A64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246F9C-AF1A-41EC-ACD1-7C4E11C9BC9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FA13F2-BA94-4452-B4B8-2BC31C58B4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AFA112-8016-4E28-A064-3747BFDA58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7CCFDE-8C66-4F65-9C45-9D51A48F3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820A4B-5798-4ECB-86C1-8350B7492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FE0FBA0-A1F1-441C-AE84-A2E899B931F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75A4200-2B58-4942-B55C-A648A1350E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FF93115-E358-40AF-B59B-1E3B06512D3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8157F92-E426-4286-91A0-3F7255903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C02B58-1E67-401B-9F87-0F0E94A94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FED7AC-22C0-4029-A05B-E9626B4F9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3884927-6BDF-42ED-8128-44A5224C5C8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67CE08B-9364-4902-8059-D495D411F033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51E0B22-BF84-4C74-83C5-63349D3C7605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149489-59E0-41E7-BB12-C80316F150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543A3AA-4C98-4E95-B0AD-5FECA534EC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401BC61-7F16-4838-8683-3DBCFAD206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D6A0F-B70C-43F8-9CBF-7B9FC15EA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6817E4F-9361-47F2-A51B-7B4BA1C9FE2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F0D2FC-6457-4AC9-BF8A-C8841CECA91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7C5D528-02D3-4D30-8454-EC1655D667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C309230-C153-4715-AA5D-E31A86DA2BE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C206E4D-CCAF-4037-915E-6FE7237887E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5BCA452-2D5E-4B2F-B8AC-1A9EDF4728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CF5844-8938-4891-AEFE-DD73FC416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B5EC27-51E7-44D9-A196-8EDB72B52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8C07C3-02CB-40CD-B26A-E00A5BC4B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77ACCBB-E085-4D66-BDAB-97B326435D1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BE7F67C-EED3-45DF-9BC8-BD7D114A34E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11E7D1E-B6A7-4420-A985-5525A43A2B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7AA289-CCF4-4A8B-885A-DD07C1877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15A2587-44F9-48BC-AB13-DDA76311C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8879F9-70B1-453B-8651-C26B873119A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B9231C7-F7D8-4438-A2A9-AEA6FF0C901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4BDFEA5-EF7C-4028-B61E-44E315DC151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BBCCA6-0845-4ECA-ACDE-18586EEFCA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6A28FF-FD43-47A7-8130-52F1FF680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D48C4E-B56D-4DB0-BBE9-50D4F1068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616C53-5BDF-4869-A9AF-6BF222DF49E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CF97A8-8C08-4C8D-A134-7359632AFA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A9E033-2167-417A-93C9-72DB42769F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F4972DB-74AD-4DF0-9DDB-6DB9DB4ED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B7192D3-3095-448F-B14E-30EF55948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134E53-C3FB-4CBB-9283-E1D3C64FDB4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A78E9B-BF7C-4DAB-AB86-5B262AA366C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100439-2E18-42D8-A92E-7DC004A8D2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ECA8F40-B03B-4937-B710-7811881F889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FA2A158-8F6F-04CE-7A02-031423D60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ADE0D39-5270-3509-78D9-47D0DCE87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010569-D6E7-3CD4-5C83-8A74F86B5C4B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A5A111-B8B9-4E45-9731-00E770235FCA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0E2B1C-9111-C18A-7CA6-ADDC83093C8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D05AE75-17BF-79AE-1FCA-324265ECF99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26C361-9159-46C1-BF3A-6FD6F2BED22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05E619D-4D43-4E01-8470-728F860D5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D913804-D5F9-40BA-84CA-310C50C189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562B0BB-93CE-4B24-9545-B9D1AD9A46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  <a:latin typeface="思源宋体 CN Medium"/>
                <a:ea typeface="思源宋体 CN Medium"/>
                <a:cs typeface="思源宋体 CN Medium"/>
              </a:defRPr>
            </a:lvl1pPr>
          </a:lstStyle>
          <a:p>
            <a:fld id="{473D196C-FE3D-4F7F-95B1-57F592796025}" type="datetimeFigureOut">
              <a:t>2026/6/15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1FF607-273F-4A4E-BED1-5834B1BC85CA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  <a:latin typeface="思源宋体 CN Medium"/>
                <a:ea typeface="思源宋体 CN Medium"/>
                <a:cs typeface="思源宋体 CN Medium"/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F7D323-3629-42CB-AB00-1DCBEB22126B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  <a:latin typeface="思源宋体 CN Medium"/>
                <a:ea typeface="思源宋体 CN Medium"/>
                <a:cs typeface="思源宋体 CN Medium"/>
              </a:defRPr>
            </a:lvl1pPr>
          </a:lstStyle>
          <a:p>
            <a:fld id="{FECA8F40-B03B-4937-B710-7811881F889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思源宋体 CN Medium"/>
          <a:ea typeface="思源宋体 CN Medium"/>
          <a:cs typeface="思源宋体 CN Medium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思源宋体 CN Medium"/>
          <a:ea typeface="思源宋体 CN Medium"/>
          <a:cs typeface="思源宋体 CN Medium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思源宋体 CN Medium"/>
          <a:ea typeface="思源宋体 CN Medium"/>
          <a:cs typeface="思源宋体 CN Medium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思源宋体 CN Medium"/>
          <a:ea typeface="思源宋体 CN Medium"/>
          <a:cs typeface="思源宋体 CN Medium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思源宋体 CN Medium"/>
          <a:ea typeface="思源宋体 CN Medium"/>
          <a:cs typeface="思源宋体 CN Medium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思源宋体 CN Medium"/>
          <a:ea typeface="思源宋体 CN Medium"/>
          <a:cs typeface="思源宋体 CN Medium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D346B918-9A42-4898-8DAC-E5C1FAD48AA7}"/>
              </a:ext>
            </a:extLst>
          </p:cNvPr>
          <p:cNvSpPr>
            <a:spLocks noGrp="1"/>
          </p:cNvSpPr>
          <p:nvPr/>
        </p:nvSpPr>
        <p:spPr>
          <a:xfrm>
            <a:off x="0" y="3976914"/>
            <a:ext cx="6952343" cy="1923810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24AC875A-4A40-4816-9AE7-D9B75BC718FB}"/>
              </a:ext>
            </a:extLst>
          </p:cNvPr>
          <p:cNvSpPr>
            <a:spLocks noGrp="1"/>
          </p:cNvSpPr>
          <p:nvPr/>
        </p:nvSpPr>
        <p:spPr>
          <a:xfrm>
            <a:off x="10799979" y="0"/>
            <a:ext cx="0" cy="59944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7C856101-5439-4A15-8578-983863721A5D}"/>
              </a:ext>
            </a:extLst>
          </p:cNvPr>
          <p:cNvSpPr>
            <a:spLocks noGrp="1"/>
          </p:cNvSpPr>
          <p:nvPr/>
        </p:nvSpPr>
        <p:spPr>
          <a:xfrm>
            <a:off x="0" y="6393593"/>
            <a:ext cx="391479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57CB8B9B-F029-467A-8AF6-51FB7815E776}"/>
              </a:ext>
            </a:extLst>
          </p:cNvPr>
          <p:cNvSpPr>
            <a:spLocks noGrp="1"/>
          </p:cNvSpPr>
          <p:nvPr/>
        </p:nvSpPr>
        <p:spPr>
          <a:xfrm>
            <a:off x="0" y="4305189"/>
            <a:ext cx="924247" cy="1204686"/>
          </a:xfrm>
          <a:custGeom>
            <a:avLst/>
            <a:gdLst/>
            <a:ahLst/>
            <a:cxnLst/>
            <a:rect l="l" t="t" r="r" b="b"/>
            <a:pathLst>
              <a:path w="924247" h="1204686">
                <a:moveTo>
                  <a:pt x="0" y="0"/>
                </a:moveTo>
                <a:lnTo>
                  <a:pt x="924247" y="0"/>
                </a:lnTo>
                <a:lnTo>
                  <a:pt x="924247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8C644C76-0341-4760-88D2-C1213314347D}"/>
              </a:ext>
            </a:extLst>
          </p:cNvPr>
          <p:cNvSpPr>
            <a:spLocks noGrp="1"/>
          </p:cNvSpPr>
          <p:nvPr/>
        </p:nvSpPr>
        <p:spPr>
          <a:xfrm>
            <a:off x="1094966" y="4305189"/>
            <a:ext cx="1766075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4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7E54CAC1-4942-4CB1-8820-629012378DFA}"/>
              </a:ext>
            </a:extLst>
          </p:cNvPr>
          <p:cNvSpPr>
            <a:spLocks noGrp="1"/>
          </p:cNvSpPr>
          <p:nvPr/>
        </p:nvSpPr>
        <p:spPr>
          <a:xfrm>
            <a:off x="3031761" y="4305189"/>
            <a:ext cx="1766075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331FEFD2-7EC9-4BA0-8E4B-701478ECB8BE}"/>
              </a:ext>
            </a:extLst>
          </p:cNvPr>
          <p:cNvSpPr>
            <a:spLocks noGrp="1"/>
          </p:cNvSpPr>
          <p:nvPr/>
        </p:nvSpPr>
        <p:spPr>
          <a:xfrm>
            <a:off x="4968555" y="4305189"/>
            <a:ext cx="1766075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7A73A8A-7A6A-4B69-84F6-27A9EBB72FED}"/>
              </a:ext>
            </a:extLst>
          </p:cNvPr>
          <p:cNvSpPr>
            <a:spLocks noGrp="1"/>
          </p:cNvSpPr>
          <p:nvPr/>
        </p:nvSpPr>
        <p:spPr>
          <a:xfrm>
            <a:off x="924247" y="2517842"/>
            <a:ext cx="5400352" cy="64633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i="1"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一个智能电影推荐Agent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FFEF64-401D-43AF-B126-BB04F1E028BB}"/>
              </a:ext>
            </a:extLst>
          </p:cNvPr>
          <p:cNvSpPr>
            <a:spLocks noGrp="1"/>
          </p:cNvSpPr>
          <p:nvPr/>
        </p:nvSpPr>
        <p:spPr>
          <a:xfrm>
            <a:off x="924247" y="1518693"/>
            <a:ext cx="7218267" cy="1015663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 b="0" i="1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CineScope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F230EC1-736D-46BE-987D-BBCE64530C2A}"/>
              </a:ext>
            </a:extLst>
          </p:cNvPr>
          <p:cNvSpPr>
            <a:spLocks noGrp="1"/>
          </p:cNvSpPr>
          <p:nvPr/>
        </p:nvSpPr>
        <p:spPr>
          <a:xfrm rot="5400000">
            <a:off x="9670507" y="1524432"/>
            <a:ext cx="3648636" cy="599777"/>
          </a:xfrm>
          <a:custGeom>
            <a:avLst/>
            <a:gdLst/>
            <a:ahLst/>
            <a:cxnLst/>
            <a:rect l="l" t="t" r="r" b="b"/>
            <a:pathLst>
              <a:path w="3648636" h="599777">
                <a:moveTo>
                  <a:pt x="3196943" y="584522"/>
                </a:moveTo>
                <a:lnTo>
                  <a:pt x="3196943" y="558477"/>
                </a:lnTo>
                <a:lnTo>
                  <a:pt x="3265404" y="551780"/>
                </a:lnTo>
                <a:cubicBezTo>
                  <a:pt x="3266644" y="513333"/>
                  <a:pt x="3267326" y="474513"/>
                  <a:pt x="3267450" y="435322"/>
                </a:cubicBezTo>
                <a:cubicBezTo>
                  <a:pt x="3267574" y="396130"/>
                  <a:pt x="3267636" y="356691"/>
                  <a:pt x="3267636" y="317003"/>
                </a:cubicBezTo>
                <a:lnTo>
                  <a:pt x="3267636" y="283517"/>
                </a:lnTo>
                <a:cubicBezTo>
                  <a:pt x="3267636" y="243830"/>
                  <a:pt x="3267575" y="204328"/>
                  <a:pt x="3267450" y="165013"/>
                </a:cubicBezTo>
                <a:cubicBezTo>
                  <a:pt x="3267326" y="125697"/>
                  <a:pt x="3266644" y="86444"/>
                  <a:pt x="3265404" y="47252"/>
                </a:cubicBezTo>
                <a:lnTo>
                  <a:pt x="3196943" y="41299"/>
                </a:lnTo>
                <a:lnTo>
                  <a:pt x="3196943" y="15254"/>
                </a:lnTo>
                <a:lnTo>
                  <a:pt x="3632637" y="15254"/>
                </a:lnTo>
                <a:lnTo>
                  <a:pt x="3631893" y="167059"/>
                </a:lnTo>
                <a:lnTo>
                  <a:pt x="3587989" y="167059"/>
                </a:lnTo>
                <a:lnTo>
                  <a:pt x="3552642" y="45020"/>
                </a:lnTo>
                <a:lnTo>
                  <a:pt x="3398233" y="45020"/>
                </a:lnTo>
                <a:cubicBezTo>
                  <a:pt x="3397489" y="83219"/>
                  <a:pt x="3397055" y="121915"/>
                  <a:pt x="3396931" y="161106"/>
                </a:cubicBezTo>
                <a:cubicBezTo>
                  <a:pt x="3396807" y="200297"/>
                  <a:pt x="3396745" y="240109"/>
                  <a:pt x="3396745" y="280541"/>
                </a:cubicBezTo>
                <a:lnTo>
                  <a:pt x="3500180" y="280541"/>
                </a:lnTo>
                <a:lnTo>
                  <a:pt x="3511714" y="196081"/>
                </a:lnTo>
                <a:lnTo>
                  <a:pt x="3549666" y="196081"/>
                </a:lnTo>
                <a:lnTo>
                  <a:pt x="3549666" y="388813"/>
                </a:lnTo>
                <a:lnTo>
                  <a:pt x="3511714" y="388813"/>
                </a:lnTo>
                <a:lnTo>
                  <a:pt x="3500924" y="308074"/>
                </a:lnTo>
                <a:lnTo>
                  <a:pt x="3396745" y="308074"/>
                </a:lnTo>
                <a:lnTo>
                  <a:pt x="3396745" y="310306"/>
                </a:lnTo>
                <a:cubicBezTo>
                  <a:pt x="3396745" y="352474"/>
                  <a:pt x="3396807" y="393836"/>
                  <a:pt x="3396931" y="434392"/>
                </a:cubicBezTo>
                <a:cubicBezTo>
                  <a:pt x="3397055" y="474947"/>
                  <a:pt x="3397489" y="515069"/>
                  <a:pt x="3398233" y="554756"/>
                </a:cubicBezTo>
                <a:lnTo>
                  <a:pt x="3569385" y="554756"/>
                </a:lnTo>
                <a:lnTo>
                  <a:pt x="3604732" y="426764"/>
                </a:lnTo>
                <a:lnTo>
                  <a:pt x="3647148" y="426764"/>
                </a:lnTo>
                <a:lnTo>
                  <a:pt x="3648636" y="584522"/>
                </a:lnTo>
                <a:close/>
                <a:moveTo>
                  <a:pt x="2701643" y="584522"/>
                </a:moveTo>
                <a:lnTo>
                  <a:pt x="2702387" y="558477"/>
                </a:lnTo>
                <a:lnTo>
                  <a:pt x="2770104" y="551780"/>
                </a:lnTo>
                <a:cubicBezTo>
                  <a:pt x="2771344" y="513581"/>
                  <a:pt x="2772026" y="475939"/>
                  <a:pt x="2772150" y="438857"/>
                </a:cubicBezTo>
                <a:cubicBezTo>
                  <a:pt x="2772275" y="401773"/>
                  <a:pt x="2772336" y="367977"/>
                  <a:pt x="2772336" y="337467"/>
                </a:cubicBezTo>
                <a:lnTo>
                  <a:pt x="2772336" y="283517"/>
                </a:lnTo>
                <a:cubicBezTo>
                  <a:pt x="2772336" y="243830"/>
                  <a:pt x="2772275" y="204328"/>
                  <a:pt x="2772150" y="165013"/>
                </a:cubicBezTo>
                <a:cubicBezTo>
                  <a:pt x="2772026" y="125697"/>
                  <a:pt x="2771344" y="86444"/>
                  <a:pt x="2770104" y="47252"/>
                </a:cubicBezTo>
                <a:lnTo>
                  <a:pt x="2701643" y="41299"/>
                </a:lnTo>
                <a:lnTo>
                  <a:pt x="2701643" y="15254"/>
                </a:lnTo>
                <a:lnTo>
                  <a:pt x="2977347" y="15254"/>
                </a:lnTo>
                <a:lnTo>
                  <a:pt x="2977347" y="41299"/>
                </a:lnTo>
                <a:lnTo>
                  <a:pt x="2902933" y="47997"/>
                </a:lnTo>
                <a:cubicBezTo>
                  <a:pt x="2902189" y="86444"/>
                  <a:pt x="2901755" y="124705"/>
                  <a:pt x="2901631" y="162780"/>
                </a:cubicBezTo>
                <a:cubicBezTo>
                  <a:pt x="2901507" y="200855"/>
                  <a:pt x="2901445" y="237008"/>
                  <a:pt x="2901445" y="271239"/>
                </a:cubicBezTo>
                <a:lnTo>
                  <a:pt x="2901445" y="320724"/>
                </a:lnTo>
                <a:cubicBezTo>
                  <a:pt x="2901445" y="358427"/>
                  <a:pt x="2901507" y="396937"/>
                  <a:pt x="2901631" y="436252"/>
                </a:cubicBezTo>
                <a:cubicBezTo>
                  <a:pt x="2901755" y="475567"/>
                  <a:pt x="2902189" y="515069"/>
                  <a:pt x="2902933" y="554756"/>
                </a:cubicBezTo>
                <a:lnTo>
                  <a:pt x="3061435" y="554756"/>
                </a:lnTo>
                <a:lnTo>
                  <a:pt x="3099386" y="413742"/>
                </a:lnTo>
                <a:lnTo>
                  <a:pt x="3140686" y="413742"/>
                </a:lnTo>
                <a:lnTo>
                  <a:pt x="3142174" y="584522"/>
                </a:lnTo>
                <a:close/>
                <a:moveTo>
                  <a:pt x="2138254" y="41299"/>
                </a:moveTo>
                <a:lnTo>
                  <a:pt x="2138254" y="15254"/>
                </a:lnTo>
                <a:lnTo>
                  <a:pt x="2402424" y="15254"/>
                </a:lnTo>
                <a:lnTo>
                  <a:pt x="2402424" y="41299"/>
                </a:lnTo>
                <a:lnTo>
                  <a:pt x="2327266" y="48741"/>
                </a:lnTo>
                <a:lnTo>
                  <a:pt x="2446700" y="308818"/>
                </a:lnTo>
                <a:lnTo>
                  <a:pt x="2564275" y="50973"/>
                </a:lnTo>
                <a:lnTo>
                  <a:pt x="2489488" y="41299"/>
                </a:lnTo>
                <a:lnTo>
                  <a:pt x="2489488" y="15254"/>
                </a:lnTo>
                <a:lnTo>
                  <a:pt x="2667710" y="15254"/>
                </a:lnTo>
                <a:lnTo>
                  <a:pt x="2667710" y="41299"/>
                </a:lnTo>
                <a:lnTo>
                  <a:pt x="2605202" y="50229"/>
                </a:lnTo>
                <a:lnTo>
                  <a:pt x="2463444" y="340072"/>
                </a:lnTo>
                <a:cubicBezTo>
                  <a:pt x="2463444" y="374798"/>
                  <a:pt x="2463505" y="404192"/>
                  <a:pt x="2463630" y="428253"/>
                </a:cubicBezTo>
                <a:cubicBezTo>
                  <a:pt x="2463753" y="452313"/>
                  <a:pt x="2463877" y="473893"/>
                  <a:pt x="2464002" y="492993"/>
                </a:cubicBezTo>
                <a:cubicBezTo>
                  <a:pt x="2464125" y="512092"/>
                  <a:pt x="2464435" y="531440"/>
                  <a:pt x="2464932" y="551036"/>
                </a:cubicBezTo>
                <a:lnTo>
                  <a:pt x="2542694" y="558477"/>
                </a:lnTo>
                <a:lnTo>
                  <a:pt x="2542694" y="584522"/>
                </a:lnTo>
                <a:lnTo>
                  <a:pt x="2256200" y="584522"/>
                </a:lnTo>
                <a:lnTo>
                  <a:pt x="2256200" y="558477"/>
                </a:lnTo>
                <a:lnTo>
                  <a:pt x="2333219" y="551036"/>
                </a:lnTo>
                <a:cubicBezTo>
                  <a:pt x="2333715" y="532928"/>
                  <a:pt x="2334087" y="515131"/>
                  <a:pt x="2334335" y="497644"/>
                </a:cubicBezTo>
                <a:cubicBezTo>
                  <a:pt x="2334583" y="480156"/>
                  <a:pt x="2334707" y="460623"/>
                  <a:pt x="2334707" y="439043"/>
                </a:cubicBezTo>
                <a:cubicBezTo>
                  <a:pt x="2334707" y="417462"/>
                  <a:pt x="2334707" y="391541"/>
                  <a:pt x="2334707" y="361280"/>
                </a:cubicBezTo>
                <a:lnTo>
                  <a:pt x="2179926" y="45020"/>
                </a:lnTo>
                <a:close/>
                <a:moveTo>
                  <a:pt x="1602027" y="178221"/>
                </a:moveTo>
                <a:lnTo>
                  <a:pt x="1605003" y="15254"/>
                </a:lnTo>
                <a:lnTo>
                  <a:pt x="2108042" y="15254"/>
                </a:lnTo>
                <a:lnTo>
                  <a:pt x="2111019" y="178221"/>
                </a:lnTo>
                <a:lnTo>
                  <a:pt x="2066742" y="178221"/>
                </a:lnTo>
                <a:lnTo>
                  <a:pt x="2028047" y="45020"/>
                </a:lnTo>
                <a:lnTo>
                  <a:pt x="1922007" y="45020"/>
                </a:lnTo>
                <a:cubicBezTo>
                  <a:pt x="1921263" y="84211"/>
                  <a:pt x="1920829" y="123651"/>
                  <a:pt x="1920705" y="163338"/>
                </a:cubicBezTo>
                <a:cubicBezTo>
                  <a:pt x="1920581" y="203026"/>
                  <a:pt x="1920519" y="243085"/>
                  <a:pt x="1920519" y="283517"/>
                </a:cubicBezTo>
                <a:lnTo>
                  <a:pt x="1920519" y="316259"/>
                </a:lnTo>
                <a:cubicBezTo>
                  <a:pt x="1920519" y="355203"/>
                  <a:pt x="1920581" y="394332"/>
                  <a:pt x="1920705" y="433647"/>
                </a:cubicBezTo>
                <a:cubicBezTo>
                  <a:pt x="1920829" y="472963"/>
                  <a:pt x="1921263" y="512092"/>
                  <a:pt x="1922007" y="551036"/>
                </a:cubicBezTo>
                <a:lnTo>
                  <a:pt x="1999769" y="558477"/>
                </a:lnTo>
                <a:lnTo>
                  <a:pt x="1999769" y="584522"/>
                </a:lnTo>
                <a:lnTo>
                  <a:pt x="1713276" y="584522"/>
                </a:lnTo>
                <a:lnTo>
                  <a:pt x="1713276" y="558477"/>
                </a:lnTo>
                <a:lnTo>
                  <a:pt x="1790294" y="551036"/>
                </a:lnTo>
                <a:cubicBezTo>
                  <a:pt x="1791038" y="512836"/>
                  <a:pt x="1791472" y="474203"/>
                  <a:pt x="1791596" y="435136"/>
                </a:cubicBezTo>
                <a:cubicBezTo>
                  <a:pt x="1791720" y="396068"/>
                  <a:pt x="1791782" y="356691"/>
                  <a:pt x="1791782" y="317003"/>
                </a:cubicBezTo>
                <a:lnTo>
                  <a:pt x="1791782" y="283517"/>
                </a:lnTo>
                <a:cubicBezTo>
                  <a:pt x="1791782" y="243582"/>
                  <a:pt x="1791720" y="203646"/>
                  <a:pt x="1791596" y="163710"/>
                </a:cubicBezTo>
                <a:cubicBezTo>
                  <a:pt x="1791473" y="123775"/>
                  <a:pt x="1791038" y="84211"/>
                  <a:pt x="1790294" y="45020"/>
                </a:cubicBezTo>
                <a:lnTo>
                  <a:pt x="1684998" y="45020"/>
                </a:lnTo>
                <a:lnTo>
                  <a:pt x="1647047" y="178221"/>
                </a:lnTo>
                <a:close/>
                <a:moveTo>
                  <a:pt x="1156509" y="554012"/>
                </a:moveTo>
                <a:lnTo>
                  <a:pt x="1162091" y="423043"/>
                </a:lnTo>
                <a:lnTo>
                  <a:pt x="1206367" y="423043"/>
                </a:lnTo>
                <a:lnTo>
                  <a:pt x="1246551" y="555501"/>
                </a:lnTo>
                <a:cubicBezTo>
                  <a:pt x="1257961" y="559717"/>
                  <a:pt x="1269619" y="562694"/>
                  <a:pt x="1281525" y="564430"/>
                </a:cubicBezTo>
                <a:cubicBezTo>
                  <a:pt x="1293431" y="566167"/>
                  <a:pt x="1306702" y="567035"/>
                  <a:pt x="1321337" y="567035"/>
                </a:cubicBezTo>
                <a:cubicBezTo>
                  <a:pt x="1359040" y="567035"/>
                  <a:pt x="1388000" y="558601"/>
                  <a:pt x="1408215" y="541734"/>
                </a:cubicBezTo>
                <a:cubicBezTo>
                  <a:pt x="1428431" y="524867"/>
                  <a:pt x="1438539" y="501550"/>
                  <a:pt x="1438539" y="471785"/>
                </a:cubicBezTo>
                <a:cubicBezTo>
                  <a:pt x="1438539" y="445740"/>
                  <a:pt x="1432338" y="424904"/>
                  <a:pt x="1419935" y="409277"/>
                </a:cubicBezTo>
                <a:cubicBezTo>
                  <a:pt x="1407533" y="393650"/>
                  <a:pt x="1386077" y="379139"/>
                  <a:pt x="1355567" y="365745"/>
                </a:cubicBezTo>
                <a:lnTo>
                  <a:pt x="1319104" y="349746"/>
                </a:lnTo>
                <a:cubicBezTo>
                  <a:pt x="1268007" y="326925"/>
                  <a:pt x="1229187" y="301314"/>
                  <a:pt x="1202646" y="272913"/>
                </a:cubicBezTo>
                <a:cubicBezTo>
                  <a:pt x="1176105" y="244512"/>
                  <a:pt x="1162835" y="207367"/>
                  <a:pt x="1162835" y="161478"/>
                </a:cubicBezTo>
                <a:cubicBezTo>
                  <a:pt x="1162835" y="127248"/>
                  <a:pt x="1171455" y="98102"/>
                  <a:pt x="1188694" y="74042"/>
                </a:cubicBezTo>
                <a:cubicBezTo>
                  <a:pt x="1205933" y="49981"/>
                  <a:pt x="1230118" y="31626"/>
                  <a:pt x="1261247" y="18975"/>
                </a:cubicBezTo>
                <a:cubicBezTo>
                  <a:pt x="1292377" y="6325"/>
                  <a:pt x="1328654" y="0"/>
                  <a:pt x="1370078" y="0"/>
                </a:cubicBezTo>
                <a:cubicBezTo>
                  <a:pt x="1399844" y="0"/>
                  <a:pt x="1427811" y="3844"/>
                  <a:pt x="1453980" y="11534"/>
                </a:cubicBezTo>
                <a:cubicBezTo>
                  <a:pt x="1480149" y="19223"/>
                  <a:pt x="1503775" y="29889"/>
                  <a:pt x="1524859" y="43532"/>
                </a:cubicBezTo>
                <a:lnTo>
                  <a:pt x="1517790" y="167803"/>
                </a:lnTo>
                <a:lnTo>
                  <a:pt x="1473514" y="167803"/>
                </a:lnTo>
                <a:lnTo>
                  <a:pt x="1434818" y="41299"/>
                </a:lnTo>
                <a:cubicBezTo>
                  <a:pt x="1427129" y="37827"/>
                  <a:pt x="1419315" y="35408"/>
                  <a:pt x="1411378" y="34044"/>
                </a:cubicBezTo>
                <a:cubicBezTo>
                  <a:pt x="1403440" y="32680"/>
                  <a:pt x="1394759" y="31998"/>
                  <a:pt x="1385333" y="31998"/>
                </a:cubicBezTo>
                <a:cubicBezTo>
                  <a:pt x="1352095" y="31998"/>
                  <a:pt x="1325616" y="39997"/>
                  <a:pt x="1305896" y="55996"/>
                </a:cubicBezTo>
                <a:cubicBezTo>
                  <a:pt x="1286176" y="71995"/>
                  <a:pt x="1276316" y="94257"/>
                  <a:pt x="1276316" y="122783"/>
                </a:cubicBezTo>
                <a:cubicBezTo>
                  <a:pt x="1276316" y="149076"/>
                  <a:pt x="1283386" y="170098"/>
                  <a:pt x="1297524" y="185849"/>
                </a:cubicBezTo>
                <a:cubicBezTo>
                  <a:pt x="1311663" y="201600"/>
                  <a:pt x="1332003" y="215676"/>
                  <a:pt x="1358544" y="228079"/>
                </a:cubicBezTo>
                <a:lnTo>
                  <a:pt x="1399099" y="246310"/>
                </a:lnTo>
                <a:cubicBezTo>
                  <a:pt x="1436802" y="263177"/>
                  <a:pt x="1467065" y="280168"/>
                  <a:pt x="1489885" y="297284"/>
                </a:cubicBezTo>
                <a:cubicBezTo>
                  <a:pt x="1512705" y="314399"/>
                  <a:pt x="1529200" y="333437"/>
                  <a:pt x="1539370" y="354397"/>
                </a:cubicBezTo>
                <a:cubicBezTo>
                  <a:pt x="1549540" y="375356"/>
                  <a:pt x="1554625" y="400223"/>
                  <a:pt x="1554625" y="428997"/>
                </a:cubicBezTo>
                <a:cubicBezTo>
                  <a:pt x="1554625" y="479598"/>
                  <a:pt x="1535773" y="520712"/>
                  <a:pt x="1498070" y="552338"/>
                </a:cubicBezTo>
                <a:cubicBezTo>
                  <a:pt x="1460367" y="583964"/>
                  <a:pt x="1405797" y="599777"/>
                  <a:pt x="1334359" y="599777"/>
                </a:cubicBezTo>
                <a:cubicBezTo>
                  <a:pt x="1303105" y="599777"/>
                  <a:pt x="1271417" y="595870"/>
                  <a:pt x="1239295" y="588057"/>
                </a:cubicBezTo>
                <a:cubicBezTo>
                  <a:pt x="1207173" y="580243"/>
                  <a:pt x="1179578" y="568895"/>
                  <a:pt x="1156509" y="554012"/>
                </a:cubicBezTo>
                <a:close/>
                <a:moveTo>
                  <a:pt x="453743" y="584522"/>
                </a:moveTo>
                <a:lnTo>
                  <a:pt x="453743" y="558477"/>
                </a:lnTo>
                <a:lnTo>
                  <a:pt x="522204" y="551780"/>
                </a:lnTo>
                <a:cubicBezTo>
                  <a:pt x="523444" y="513333"/>
                  <a:pt x="524127" y="474513"/>
                  <a:pt x="524250" y="435322"/>
                </a:cubicBezTo>
                <a:cubicBezTo>
                  <a:pt x="524374" y="396130"/>
                  <a:pt x="524436" y="356691"/>
                  <a:pt x="524436" y="317003"/>
                </a:cubicBezTo>
                <a:lnTo>
                  <a:pt x="524436" y="283517"/>
                </a:lnTo>
                <a:cubicBezTo>
                  <a:pt x="524436" y="243830"/>
                  <a:pt x="524374" y="204328"/>
                  <a:pt x="524250" y="165013"/>
                </a:cubicBezTo>
                <a:cubicBezTo>
                  <a:pt x="524127" y="125697"/>
                  <a:pt x="523444" y="86444"/>
                  <a:pt x="522204" y="47252"/>
                </a:cubicBezTo>
                <a:lnTo>
                  <a:pt x="453743" y="41299"/>
                </a:lnTo>
                <a:lnTo>
                  <a:pt x="453743" y="15254"/>
                </a:lnTo>
                <a:lnTo>
                  <a:pt x="889437" y="15254"/>
                </a:lnTo>
                <a:lnTo>
                  <a:pt x="888693" y="167059"/>
                </a:lnTo>
                <a:lnTo>
                  <a:pt x="844789" y="167059"/>
                </a:lnTo>
                <a:lnTo>
                  <a:pt x="809442" y="45020"/>
                </a:lnTo>
                <a:lnTo>
                  <a:pt x="655033" y="45020"/>
                </a:lnTo>
                <a:cubicBezTo>
                  <a:pt x="654289" y="83219"/>
                  <a:pt x="653855" y="121915"/>
                  <a:pt x="653731" y="161106"/>
                </a:cubicBezTo>
                <a:cubicBezTo>
                  <a:pt x="653607" y="200297"/>
                  <a:pt x="653545" y="240109"/>
                  <a:pt x="653545" y="280541"/>
                </a:cubicBezTo>
                <a:lnTo>
                  <a:pt x="756980" y="280541"/>
                </a:lnTo>
                <a:lnTo>
                  <a:pt x="768515" y="196081"/>
                </a:lnTo>
                <a:lnTo>
                  <a:pt x="806466" y="196081"/>
                </a:lnTo>
                <a:lnTo>
                  <a:pt x="806466" y="388813"/>
                </a:lnTo>
                <a:lnTo>
                  <a:pt x="768515" y="388813"/>
                </a:lnTo>
                <a:lnTo>
                  <a:pt x="757725" y="308074"/>
                </a:lnTo>
                <a:lnTo>
                  <a:pt x="653545" y="308074"/>
                </a:lnTo>
                <a:lnTo>
                  <a:pt x="653545" y="310306"/>
                </a:lnTo>
                <a:cubicBezTo>
                  <a:pt x="653545" y="352474"/>
                  <a:pt x="653607" y="393836"/>
                  <a:pt x="653731" y="434392"/>
                </a:cubicBezTo>
                <a:cubicBezTo>
                  <a:pt x="653855" y="474947"/>
                  <a:pt x="654289" y="515069"/>
                  <a:pt x="655033" y="554756"/>
                </a:cubicBezTo>
                <a:lnTo>
                  <a:pt x="826185" y="554756"/>
                </a:lnTo>
                <a:lnTo>
                  <a:pt x="861532" y="426764"/>
                </a:lnTo>
                <a:lnTo>
                  <a:pt x="903948" y="426764"/>
                </a:lnTo>
                <a:lnTo>
                  <a:pt x="905436" y="584522"/>
                </a:lnTo>
                <a:close/>
                <a:moveTo>
                  <a:pt x="0" y="550358"/>
                </a:moveTo>
                <a:lnTo>
                  <a:pt x="0" y="51574"/>
                </a:lnTo>
                <a:lnTo>
                  <a:pt x="21546" y="36276"/>
                </a:lnTo>
                <a:cubicBezTo>
                  <a:pt x="67931" y="12092"/>
                  <a:pt x="121757" y="0"/>
                  <a:pt x="183025" y="0"/>
                </a:cubicBezTo>
                <a:cubicBezTo>
                  <a:pt x="215767" y="0"/>
                  <a:pt x="245594" y="3534"/>
                  <a:pt x="272508" y="10604"/>
                </a:cubicBezTo>
                <a:cubicBezTo>
                  <a:pt x="299421" y="17673"/>
                  <a:pt x="324659" y="27905"/>
                  <a:pt x="348224" y="41299"/>
                </a:cubicBezTo>
                <a:lnTo>
                  <a:pt x="345247" y="180826"/>
                </a:lnTo>
                <a:lnTo>
                  <a:pt x="297994" y="180826"/>
                </a:lnTo>
                <a:lnTo>
                  <a:pt x="258183" y="39811"/>
                </a:lnTo>
                <a:cubicBezTo>
                  <a:pt x="241068" y="32618"/>
                  <a:pt x="221596" y="29021"/>
                  <a:pt x="199768" y="29021"/>
                </a:cubicBezTo>
                <a:cubicBezTo>
                  <a:pt x="163801" y="29021"/>
                  <a:pt x="131431" y="38881"/>
                  <a:pt x="102658" y="58601"/>
                </a:cubicBezTo>
                <a:cubicBezTo>
                  <a:pt x="73884" y="78320"/>
                  <a:pt x="51126" y="108148"/>
                  <a:pt x="34383" y="148084"/>
                </a:cubicBezTo>
                <a:cubicBezTo>
                  <a:pt x="17639" y="188019"/>
                  <a:pt x="9268" y="238497"/>
                  <a:pt x="9268" y="299516"/>
                </a:cubicBezTo>
                <a:cubicBezTo>
                  <a:pt x="9268" y="356071"/>
                  <a:pt x="17392" y="404626"/>
                  <a:pt x="33638" y="445182"/>
                </a:cubicBezTo>
                <a:cubicBezTo>
                  <a:pt x="49885" y="485737"/>
                  <a:pt x="71838" y="516805"/>
                  <a:pt x="99495" y="538385"/>
                </a:cubicBezTo>
                <a:cubicBezTo>
                  <a:pt x="127152" y="559965"/>
                  <a:pt x="157972" y="570755"/>
                  <a:pt x="191954" y="570755"/>
                </a:cubicBezTo>
                <a:cubicBezTo>
                  <a:pt x="200636" y="570755"/>
                  <a:pt x="209194" y="570321"/>
                  <a:pt x="217627" y="569453"/>
                </a:cubicBezTo>
                <a:cubicBezTo>
                  <a:pt x="226061" y="568585"/>
                  <a:pt x="234246" y="567283"/>
                  <a:pt x="242184" y="565546"/>
                </a:cubicBezTo>
                <a:lnTo>
                  <a:pt x="242184" y="508248"/>
                </a:lnTo>
                <a:cubicBezTo>
                  <a:pt x="242184" y="480218"/>
                  <a:pt x="241998" y="452437"/>
                  <a:pt x="241626" y="424904"/>
                </a:cubicBezTo>
                <a:cubicBezTo>
                  <a:pt x="241254" y="397371"/>
                  <a:pt x="240696" y="369341"/>
                  <a:pt x="239951" y="340816"/>
                </a:cubicBezTo>
                <a:lnTo>
                  <a:pt x="158468" y="330770"/>
                </a:lnTo>
                <a:lnTo>
                  <a:pt x="158468" y="304725"/>
                </a:lnTo>
                <a:lnTo>
                  <a:pt x="412964" y="304725"/>
                </a:lnTo>
                <a:lnTo>
                  <a:pt x="412964" y="330770"/>
                </a:lnTo>
                <a:lnTo>
                  <a:pt x="365711" y="336723"/>
                </a:lnTo>
                <a:cubicBezTo>
                  <a:pt x="364223" y="392534"/>
                  <a:pt x="363479" y="450949"/>
                  <a:pt x="363479" y="511968"/>
                </a:cubicBezTo>
                <a:lnTo>
                  <a:pt x="363479" y="549547"/>
                </a:lnTo>
                <a:cubicBezTo>
                  <a:pt x="333713" y="566911"/>
                  <a:pt x="304320" y="579623"/>
                  <a:pt x="275298" y="587685"/>
                </a:cubicBezTo>
                <a:cubicBezTo>
                  <a:pt x="246277" y="595746"/>
                  <a:pt x="213659" y="599777"/>
                  <a:pt x="177444" y="599777"/>
                </a:cubicBezTo>
                <a:cubicBezTo>
                  <a:pt x="117168" y="599777"/>
                  <a:pt x="64272" y="587809"/>
                  <a:pt x="18756" y="563872"/>
                </a:cubicBezTo>
                <a:close/>
              </a:path>
            </a:pathLst>
          </a:cu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053DD0F-24FA-4934-913E-5469EEE36EA6}"/>
              </a:ext>
            </a:extLst>
          </p:cNvPr>
          <p:cNvSpPr>
            <a:spLocks noGrp="1"/>
          </p:cNvSpPr>
          <p:nvPr/>
        </p:nvSpPr>
        <p:spPr>
          <a:xfrm>
            <a:off x="11322865" y="3976914"/>
            <a:ext cx="343920" cy="343920"/>
          </a:xfrm>
          <a:prstGeom prst="rect">
            <a:avLst/>
          </a:pr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任意多边形: 形状 152">
            <a:extLst>
              <a:ext uri="{FF2B5EF4-FFF2-40B4-BE49-F238E27FC236}">
                <a16:creationId xmlns:a16="http://schemas.microsoft.com/office/drawing/2014/main" id="{A1AAB354-5585-4E07-B0CB-4FC02F5015B8}"/>
              </a:ext>
            </a:extLst>
          </p:cNvPr>
          <p:cNvSpPr>
            <a:spLocks noGrp="1"/>
          </p:cNvSpPr>
          <p:nvPr/>
        </p:nvSpPr>
        <p:spPr>
          <a:xfrm>
            <a:off x="10790454" y="4659086"/>
            <a:ext cx="1401546" cy="1567543"/>
          </a:xfrm>
          <a:custGeom>
            <a:avLst/>
            <a:gdLst/>
            <a:ahLst/>
            <a:cxnLst/>
            <a:rect l="l" t="t" r="r" b="b"/>
            <a:pathLst>
              <a:path w="1401546" h="1567543">
                <a:moveTo>
                  <a:pt x="0" y="0"/>
                </a:moveTo>
                <a:lnTo>
                  <a:pt x="1401546" y="0"/>
                </a:lnTo>
                <a:lnTo>
                  <a:pt x="1401546" y="1567543"/>
                </a:lnTo>
                <a:lnTo>
                  <a:pt x="0" y="15675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任意多边形: 形状 150">
            <a:extLst>
              <a:ext uri="{FF2B5EF4-FFF2-40B4-BE49-F238E27FC236}">
                <a16:creationId xmlns:a16="http://schemas.microsoft.com/office/drawing/2014/main" id="{708B55BA-4D13-4B3F-98E6-1F657B0790C6}"/>
              </a:ext>
            </a:extLst>
          </p:cNvPr>
          <p:cNvSpPr>
            <a:spLocks noGrp="1"/>
          </p:cNvSpPr>
          <p:nvPr/>
        </p:nvSpPr>
        <p:spPr>
          <a:xfrm>
            <a:off x="10790454" y="6437135"/>
            <a:ext cx="1401546" cy="420865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608FE979-6637-4CC6-8D6B-EEBF7A97AFD7}"/>
              </a:ext>
            </a:extLst>
          </p:cNvPr>
          <p:cNvSpPr>
            <a:spLocks noGrp="1"/>
          </p:cNvSpPr>
          <p:nvPr/>
        </p:nvSpPr>
        <p:spPr>
          <a:xfrm>
            <a:off x="952845" y="3147658"/>
            <a:ext cx="3393752" cy="787523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Medium"/>
                <a:ea typeface="思源宋体 CN Medium"/>
                <a:cs typeface="思源宋体 CN Medium"/>
              </a:rPr>
              <a:t>2351299 王雷 2354185 周达</a:t>
            </a:r>
          </a:p>
          <a:p>
            <a:pPr mar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i="1">
                <a:solidFill>
                  <a:srgbClr val="A67B49">
                    <a:lumMod val="75000"/>
                  </a:srgbClr>
                </a:solidFill>
                <a:latin typeface="思源宋体 CN Medium"/>
                <a:ea typeface="思源宋体 CN Medium"/>
                <a:cs typeface="思源宋体 CN Medium"/>
              </a:rPr>
              <a:t>2351129 黄景胤 2352609 林琪</a:t>
            </a: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B763DE7B-5329-4291-AD99-960D6CC6FAF1}"/>
              </a:ext>
            </a:extLst>
          </p:cNvPr>
          <p:cNvSpPr>
            <a:spLocks noGrp="1"/>
          </p:cNvSpPr>
          <p:nvPr/>
        </p:nvSpPr>
        <p:spPr>
          <a:xfrm>
            <a:off x="0" y="391885"/>
            <a:ext cx="1621972" cy="119744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1" name="图形 15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93697" y="4853214"/>
            <a:ext cx="404586" cy="404586"/>
          </a:xfrm>
          <a:prstGeom prst="rect">
            <a:avLst/>
          </a:prstGeom>
        </p:spPr>
      </p:pic>
      <p:pic>
        <p:nvPicPr>
          <p:cNvPr id="172" name="图形 15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5400000">
            <a:off x="11224396" y="5424082"/>
            <a:ext cx="570318" cy="57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21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接连接符 1">
            <a:extLst>
              <a:ext uri="{FF2B5EF4-FFF2-40B4-BE49-F238E27FC236}">
                <a16:creationId xmlns:a16="http://schemas.microsoft.com/office/drawing/2014/main" id="{43131C8D-E940-498B-B69F-4EB186B0EAC3}"/>
              </a:ext>
            </a:extLst>
          </p:cNvPr>
          <p:cNvSpPr>
            <a:spLocks noGrp="1"/>
          </p:cNvSpPr>
          <p:nvPr/>
        </p:nvSpPr>
        <p:spPr>
          <a:xfrm flipH="1">
            <a:off x="1392021" y="0"/>
            <a:ext cx="0" cy="59944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3FA4C4-53B3-4435-916F-EAE2FE926387}"/>
              </a:ext>
            </a:extLst>
          </p:cNvPr>
          <p:cNvSpPr>
            <a:spLocks noGrp="1"/>
          </p:cNvSpPr>
          <p:nvPr/>
        </p:nvSpPr>
        <p:spPr>
          <a:xfrm flipH="1">
            <a:off x="525215" y="3976914"/>
            <a:ext cx="343920" cy="343920"/>
          </a:xfrm>
          <a:prstGeom prst="rect">
            <a:avLst/>
          </a:pr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DDD406D8-35EB-476E-A669-242D9D232F2F}"/>
              </a:ext>
            </a:extLst>
          </p:cNvPr>
          <p:cNvSpPr>
            <a:spLocks noGrp="1"/>
          </p:cNvSpPr>
          <p:nvPr/>
        </p:nvSpPr>
        <p:spPr>
          <a:xfrm flipH="1">
            <a:off x="0" y="4659086"/>
            <a:ext cx="1401546" cy="1567543"/>
          </a:xfrm>
          <a:custGeom>
            <a:avLst/>
            <a:gdLst/>
            <a:ahLst/>
            <a:cxnLst/>
            <a:rect l="l" t="t" r="r" b="b"/>
            <a:pathLst>
              <a:path w="1401546" h="1567543">
                <a:moveTo>
                  <a:pt x="0" y="0"/>
                </a:moveTo>
                <a:lnTo>
                  <a:pt x="1401546" y="0"/>
                </a:lnTo>
                <a:lnTo>
                  <a:pt x="1401546" y="1567543"/>
                </a:lnTo>
                <a:lnTo>
                  <a:pt x="0" y="15675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C60E3735-D067-41CB-9D06-00FBDEE25E39}"/>
              </a:ext>
            </a:extLst>
          </p:cNvPr>
          <p:cNvSpPr>
            <a:spLocks noGrp="1"/>
          </p:cNvSpPr>
          <p:nvPr/>
        </p:nvSpPr>
        <p:spPr>
          <a:xfrm flipH="1">
            <a:off x="0" y="6437135"/>
            <a:ext cx="1401546" cy="420865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94" name="图形 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93717" y="4853214"/>
            <a:ext cx="404586" cy="404586"/>
          </a:xfrm>
          <a:prstGeom prst="rect">
            <a:avLst/>
          </a:prstGeom>
        </p:spPr>
      </p:pic>
      <p:pic>
        <p:nvPicPr>
          <p:cNvPr id="395" name="图形 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 flipH="1">
            <a:off x="397286" y="5424082"/>
            <a:ext cx="570318" cy="570318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96077998-10F4-473B-ACB5-D0B533F43625}"/>
              </a:ext>
            </a:extLst>
          </p:cNvPr>
          <p:cNvSpPr>
            <a:spLocks noGrp="1"/>
          </p:cNvSpPr>
          <p:nvPr/>
        </p:nvSpPr>
        <p:spPr>
          <a:xfrm rot="16200000">
            <a:off x="-1127561" y="1510363"/>
            <a:ext cx="3620503" cy="599777"/>
          </a:xfrm>
          <a:custGeom>
            <a:avLst/>
            <a:gdLst/>
            <a:ahLst/>
            <a:cxnLst/>
            <a:rect l="l" t="t" r="r" b="b"/>
            <a:pathLst>
              <a:path w="3620503" h="599777">
                <a:moveTo>
                  <a:pt x="476250" y="554756"/>
                </a:moveTo>
                <a:cubicBezTo>
                  <a:pt x="452934" y="568399"/>
                  <a:pt x="427137" y="579313"/>
                  <a:pt x="398860" y="587499"/>
                </a:cubicBezTo>
                <a:cubicBezTo>
                  <a:pt x="370582" y="595684"/>
                  <a:pt x="338708" y="599777"/>
                  <a:pt x="303238" y="599777"/>
                </a:cubicBezTo>
                <a:cubicBezTo>
                  <a:pt x="261070" y="599777"/>
                  <a:pt x="221692" y="593576"/>
                  <a:pt x="185105" y="581173"/>
                </a:cubicBezTo>
                <a:cubicBezTo>
                  <a:pt x="148518" y="568771"/>
                  <a:pt x="116334" y="550106"/>
                  <a:pt x="88553" y="525177"/>
                </a:cubicBezTo>
                <a:cubicBezTo>
                  <a:pt x="60772" y="500248"/>
                  <a:pt x="39068" y="468994"/>
                  <a:pt x="23441" y="431415"/>
                </a:cubicBezTo>
                <a:cubicBezTo>
                  <a:pt x="7814" y="393836"/>
                  <a:pt x="0" y="349870"/>
                  <a:pt x="0" y="299516"/>
                </a:cubicBezTo>
                <a:cubicBezTo>
                  <a:pt x="0" y="248667"/>
                  <a:pt x="8248" y="204452"/>
                  <a:pt x="24743" y="166873"/>
                </a:cubicBezTo>
                <a:cubicBezTo>
                  <a:pt x="41238" y="129294"/>
                  <a:pt x="63872" y="98164"/>
                  <a:pt x="92646" y="73484"/>
                </a:cubicBezTo>
                <a:cubicBezTo>
                  <a:pt x="121419" y="48803"/>
                  <a:pt x="154410" y="30385"/>
                  <a:pt x="191617" y="18231"/>
                </a:cubicBezTo>
                <a:cubicBezTo>
                  <a:pt x="228824" y="6077"/>
                  <a:pt x="268139" y="0"/>
                  <a:pt x="309563" y="0"/>
                </a:cubicBezTo>
                <a:cubicBezTo>
                  <a:pt x="342305" y="0"/>
                  <a:pt x="371203" y="3844"/>
                  <a:pt x="396255" y="11534"/>
                </a:cubicBezTo>
                <a:cubicBezTo>
                  <a:pt x="421308" y="19223"/>
                  <a:pt x="446237" y="29889"/>
                  <a:pt x="471041" y="43532"/>
                </a:cubicBezTo>
                <a:lnTo>
                  <a:pt x="468065" y="182314"/>
                </a:lnTo>
                <a:lnTo>
                  <a:pt x="423044" y="182314"/>
                </a:lnTo>
                <a:lnTo>
                  <a:pt x="381000" y="36463"/>
                </a:lnTo>
                <a:cubicBezTo>
                  <a:pt x="364381" y="31502"/>
                  <a:pt x="345902" y="29021"/>
                  <a:pt x="325562" y="29021"/>
                </a:cubicBezTo>
                <a:cubicBezTo>
                  <a:pt x="289843" y="29021"/>
                  <a:pt x="257597" y="38633"/>
                  <a:pt x="228824" y="57857"/>
                </a:cubicBezTo>
                <a:cubicBezTo>
                  <a:pt x="200050" y="77080"/>
                  <a:pt x="177230" y="106660"/>
                  <a:pt x="160363" y="146595"/>
                </a:cubicBezTo>
                <a:cubicBezTo>
                  <a:pt x="143496" y="186531"/>
                  <a:pt x="135062" y="237753"/>
                  <a:pt x="135062" y="300260"/>
                </a:cubicBezTo>
                <a:cubicBezTo>
                  <a:pt x="135062" y="363016"/>
                  <a:pt x="143496" y="414238"/>
                  <a:pt x="160363" y="453926"/>
                </a:cubicBezTo>
                <a:cubicBezTo>
                  <a:pt x="177230" y="493613"/>
                  <a:pt x="200236" y="522883"/>
                  <a:pt x="229382" y="541734"/>
                </a:cubicBezTo>
                <a:cubicBezTo>
                  <a:pt x="258527" y="560586"/>
                  <a:pt x="291579" y="570012"/>
                  <a:pt x="328538" y="570012"/>
                </a:cubicBezTo>
                <a:cubicBezTo>
                  <a:pt x="349871" y="570012"/>
                  <a:pt x="369590" y="566663"/>
                  <a:pt x="387698" y="559965"/>
                </a:cubicBezTo>
                <a:lnTo>
                  <a:pt x="428253" y="417463"/>
                </a:lnTo>
                <a:lnTo>
                  <a:pt x="473274" y="417463"/>
                </a:lnTo>
                <a:close/>
                <a:moveTo>
                  <a:pt x="949226" y="299516"/>
                </a:moveTo>
                <a:cubicBezTo>
                  <a:pt x="949226" y="247675"/>
                  <a:pt x="944327" y="201352"/>
                  <a:pt x="934529" y="160548"/>
                </a:cubicBezTo>
                <a:cubicBezTo>
                  <a:pt x="924731" y="119744"/>
                  <a:pt x="909849" y="87622"/>
                  <a:pt x="889881" y="64182"/>
                </a:cubicBezTo>
                <a:cubicBezTo>
                  <a:pt x="869913" y="40741"/>
                  <a:pt x="844426" y="29021"/>
                  <a:pt x="813421" y="29021"/>
                </a:cubicBezTo>
                <a:cubicBezTo>
                  <a:pt x="782167" y="29021"/>
                  <a:pt x="756556" y="40741"/>
                  <a:pt x="736588" y="64182"/>
                </a:cubicBezTo>
                <a:cubicBezTo>
                  <a:pt x="716620" y="87622"/>
                  <a:pt x="701861" y="119744"/>
                  <a:pt x="692312" y="160548"/>
                </a:cubicBezTo>
                <a:cubicBezTo>
                  <a:pt x="682762" y="201352"/>
                  <a:pt x="677987" y="247675"/>
                  <a:pt x="677987" y="299516"/>
                </a:cubicBezTo>
                <a:cubicBezTo>
                  <a:pt x="677987" y="351854"/>
                  <a:pt x="682762" y="398425"/>
                  <a:pt x="692312" y="439229"/>
                </a:cubicBezTo>
                <a:cubicBezTo>
                  <a:pt x="701861" y="480032"/>
                  <a:pt x="716620" y="512155"/>
                  <a:pt x="736588" y="535595"/>
                </a:cubicBezTo>
                <a:cubicBezTo>
                  <a:pt x="756556" y="559035"/>
                  <a:pt x="782167" y="570755"/>
                  <a:pt x="813421" y="570755"/>
                </a:cubicBezTo>
                <a:cubicBezTo>
                  <a:pt x="844426" y="570755"/>
                  <a:pt x="869913" y="559035"/>
                  <a:pt x="889881" y="535595"/>
                </a:cubicBezTo>
                <a:cubicBezTo>
                  <a:pt x="909849" y="512155"/>
                  <a:pt x="924731" y="480032"/>
                  <a:pt x="934529" y="439229"/>
                </a:cubicBezTo>
                <a:cubicBezTo>
                  <a:pt x="944327" y="398425"/>
                  <a:pt x="949226" y="351854"/>
                  <a:pt x="949226" y="299516"/>
                </a:cubicBezTo>
                <a:close/>
                <a:moveTo>
                  <a:pt x="1083172" y="299516"/>
                </a:moveTo>
                <a:cubicBezTo>
                  <a:pt x="1083172" y="349126"/>
                  <a:pt x="1075978" y="392658"/>
                  <a:pt x="1061591" y="430113"/>
                </a:cubicBezTo>
                <a:cubicBezTo>
                  <a:pt x="1047204" y="467568"/>
                  <a:pt x="1027485" y="498884"/>
                  <a:pt x="1002432" y="524061"/>
                </a:cubicBezTo>
                <a:cubicBezTo>
                  <a:pt x="977380" y="549238"/>
                  <a:pt x="948606" y="568151"/>
                  <a:pt x="916112" y="580801"/>
                </a:cubicBezTo>
                <a:cubicBezTo>
                  <a:pt x="883618" y="593452"/>
                  <a:pt x="849387" y="599777"/>
                  <a:pt x="813421" y="599777"/>
                </a:cubicBezTo>
                <a:cubicBezTo>
                  <a:pt x="777701" y="599777"/>
                  <a:pt x="743595" y="593452"/>
                  <a:pt x="711101" y="580801"/>
                </a:cubicBezTo>
                <a:cubicBezTo>
                  <a:pt x="678607" y="568151"/>
                  <a:pt x="649710" y="549300"/>
                  <a:pt x="624408" y="524247"/>
                </a:cubicBezTo>
                <a:cubicBezTo>
                  <a:pt x="599108" y="499194"/>
                  <a:pt x="579202" y="467878"/>
                  <a:pt x="564692" y="430299"/>
                </a:cubicBezTo>
                <a:cubicBezTo>
                  <a:pt x="550181" y="392720"/>
                  <a:pt x="542925" y="349126"/>
                  <a:pt x="542925" y="299516"/>
                </a:cubicBezTo>
                <a:cubicBezTo>
                  <a:pt x="542925" y="250403"/>
                  <a:pt x="550243" y="207181"/>
                  <a:pt x="564878" y="169850"/>
                </a:cubicBezTo>
                <a:cubicBezTo>
                  <a:pt x="579512" y="132519"/>
                  <a:pt x="599480" y="101265"/>
                  <a:pt x="624781" y="76088"/>
                </a:cubicBezTo>
                <a:cubicBezTo>
                  <a:pt x="650081" y="50911"/>
                  <a:pt x="678917" y="31936"/>
                  <a:pt x="711287" y="19161"/>
                </a:cubicBezTo>
                <a:cubicBezTo>
                  <a:pt x="743657" y="6387"/>
                  <a:pt x="777701" y="0"/>
                  <a:pt x="813421" y="0"/>
                </a:cubicBezTo>
                <a:cubicBezTo>
                  <a:pt x="849139" y="0"/>
                  <a:pt x="883245" y="6325"/>
                  <a:pt x="915740" y="18975"/>
                </a:cubicBezTo>
                <a:cubicBezTo>
                  <a:pt x="948234" y="31626"/>
                  <a:pt x="977008" y="50539"/>
                  <a:pt x="1002060" y="75716"/>
                </a:cubicBezTo>
                <a:cubicBezTo>
                  <a:pt x="1027113" y="100893"/>
                  <a:pt x="1046894" y="132147"/>
                  <a:pt x="1061405" y="169478"/>
                </a:cubicBezTo>
                <a:cubicBezTo>
                  <a:pt x="1075916" y="206809"/>
                  <a:pt x="1083172" y="250155"/>
                  <a:pt x="1083172" y="299516"/>
                </a:cubicBezTo>
                <a:close/>
                <a:moveTo>
                  <a:pt x="1723281" y="15255"/>
                </a:moveTo>
                <a:lnTo>
                  <a:pt x="1723281" y="41299"/>
                </a:lnTo>
                <a:lnTo>
                  <a:pt x="1653332" y="50973"/>
                </a:lnTo>
                <a:lnTo>
                  <a:pt x="1647751" y="586010"/>
                </a:lnTo>
                <a:lnTo>
                  <a:pt x="1580778" y="586010"/>
                </a:lnTo>
                <a:lnTo>
                  <a:pt x="1244799" y="111993"/>
                </a:lnTo>
                <a:lnTo>
                  <a:pt x="1249263" y="547315"/>
                </a:lnTo>
                <a:lnTo>
                  <a:pt x="1351583" y="558477"/>
                </a:lnTo>
                <a:lnTo>
                  <a:pt x="1351583" y="584522"/>
                </a:lnTo>
                <a:lnTo>
                  <a:pt x="1139503" y="584522"/>
                </a:lnTo>
                <a:lnTo>
                  <a:pt x="1139503" y="558477"/>
                </a:lnTo>
                <a:lnTo>
                  <a:pt x="1209824" y="548059"/>
                </a:lnTo>
                <a:lnTo>
                  <a:pt x="1214289" y="68833"/>
                </a:lnTo>
                <a:lnTo>
                  <a:pt x="1199778" y="47253"/>
                </a:lnTo>
                <a:lnTo>
                  <a:pt x="1145828" y="41299"/>
                </a:lnTo>
                <a:lnTo>
                  <a:pt x="1145828" y="15255"/>
                </a:lnTo>
                <a:lnTo>
                  <a:pt x="1329259" y="15255"/>
                </a:lnTo>
                <a:lnTo>
                  <a:pt x="1617985" y="414486"/>
                </a:lnTo>
                <a:lnTo>
                  <a:pt x="1614264" y="51717"/>
                </a:lnTo>
                <a:lnTo>
                  <a:pt x="1513062" y="41299"/>
                </a:lnTo>
                <a:lnTo>
                  <a:pt x="1513062" y="15255"/>
                </a:lnTo>
                <a:close/>
                <a:moveTo>
                  <a:pt x="2274912" y="178221"/>
                </a:moveTo>
                <a:lnTo>
                  <a:pt x="2230636" y="178221"/>
                </a:lnTo>
                <a:lnTo>
                  <a:pt x="2191941" y="45020"/>
                </a:lnTo>
                <a:lnTo>
                  <a:pt x="2085901" y="45020"/>
                </a:lnTo>
                <a:cubicBezTo>
                  <a:pt x="2085157" y="84212"/>
                  <a:pt x="2084723" y="123651"/>
                  <a:pt x="2084599" y="163339"/>
                </a:cubicBezTo>
                <a:cubicBezTo>
                  <a:pt x="2084474" y="203026"/>
                  <a:pt x="2084413" y="243086"/>
                  <a:pt x="2084413" y="283517"/>
                </a:cubicBezTo>
                <a:lnTo>
                  <a:pt x="2084413" y="316259"/>
                </a:lnTo>
                <a:cubicBezTo>
                  <a:pt x="2084413" y="355203"/>
                  <a:pt x="2084474" y="394332"/>
                  <a:pt x="2084599" y="433648"/>
                </a:cubicBezTo>
                <a:cubicBezTo>
                  <a:pt x="2084723" y="472963"/>
                  <a:pt x="2085157" y="512092"/>
                  <a:pt x="2085901" y="551036"/>
                </a:cubicBezTo>
                <a:lnTo>
                  <a:pt x="2163663" y="558477"/>
                </a:lnTo>
                <a:lnTo>
                  <a:pt x="2163663" y="584522"/>
                </a:lnTo>
                <a:lnTo>
                  <a:pt x="1877169" y="584522"/>
                </a:lnTo>
                <a:lnTo>
                  <a:pt x="1877169" y="558477"/>
                </a:lnTo>
                <a:lnTo>
                  <a:pt x="1954188" y="551036"/>
                </a:lnTo>
                <a:cubicBezTo>
                  <a:pt x="1954932" y="512837"/>
                  <a:pt x="1955366" y="474203"/>
                  <a:pt x="1955490" y="435136"/>
                </a:cubicBezTo>
                <a:cubicBezTo>
                  <a:pt x="1955614" y="396068"/>
                  <a:pt x="1955676" y="356691"/>
                  <a:pt x="1955676" y="317004"/>
                </a:cubicBezTo>
                <a:lnTo>
                  <a:pt x="1955676" y="283517"/>
                </a:lnTo>
                <a:cubicBezTo>
                  <a:pt x="1955676" y="243582"/>
                  <a:pt x="1955614" y="203646"/>
                  <a:pt x="1955490" y="163711"/>
                </a:cubicBezTo>
                <a:cubicBezTo>
                  <a:pt x="1955366" y="123775"/>
                  <a:pt x="1954932" y="84212"/>
                  <a:pt x="1954188" y="45020"/>
                </a:cubicBezTo>
                <a:lnTo>
                  <a:pt x="1848892" y="45020"/>
                </a:lnTo>
                <a:lnTo>
                  <a:pt x="1810941" y="178221"/>
                </a:lnTo>
                <a:lnTo>
                  <a:pt x="1765920" y="178221"/>
                </a:lnTo>
                <a:lnTo>
                  <a:pt x="1768897" y="15255"/>
                </a:lnTo>
                <a:lnTo>
                  <a:pt x="2271936" y="15255"/>
                </a:lnTo>
                <a:close/>
                <a:moveTo>
                  <a:pt x="2774305" y="584522"/>
                </a:moveTo>
                <a:lnTo>
                  <a:pt x="2322612" y="584522"/>
                </a:lnTo>
                <a:lnTo>
                  <a:pt x="2322612" y="558477"/>
                </a:lnTo>
                <a:lnTo>
                  <a:pt x="2391073" y="551780"/>
                </a:lnTo>
                <a:cubicBezTo>
                  <a:pt x="2392313" y="513333"/>
                  <a:pt x="2392995" y="474513"/>
                  <a:pt x="2393119" y="435322"/>
                </a:cubicBezTo>
                <a:cubicBezTo>
                  <a:pt x="2393243" y="396130"/>
                  <a:pt x="2393305" y="356691"/>
                  <a:pt x="2393305" y="317004"/>
                </a:cubicBezTo>
                <a:lnTo>
                  <a:pt x="2393305" y="283517"/>
                </a:lnTo>
                <a:cubicBezTo>
                  <a:pt x="2393305" y="243830"/>
                  <a:pt x="2393243" y="204328"/>
                  <a:pt x="2393119" y="165013"/>
                </a:cubicBezTo>
                <a:cubicBezTo>
                  <a:pt x="2392995" y="125697"/>
                  <a:pt x="2392313" y="86444"/>
                  <a:pt x="2391073" y="47253"/>
                </a:cubicBezTo>
                <a:lnTo>
                  <a:pt x="2322612" y="41299"/>
                </a:lnTo>
                <a:lnTo>
                  <a:pt x="2322612" y="15255"/>
                </a:lnTo>
                <a:lnTo>
                  <a:pt x="2758306" y="15255"/>
                </a:lnTo>
                <a:lnTo>
                  <a:pt x="2757562" y="167059"/>
                </a:lnTo>
                <a:lnTo>
                  <a:pt x="2713658" y="167059"/>
                </a:lnTo>
                <a:lnTo>
                  <a:pt x="2678311" y="45020"/>
                </a:lnTo>
                <a:lnTo>
                  <a:pt x="2523902" y="45020"/>
                </a:lnTo>
                <a:cubicBezTo>
                  <a:pt x="2523158" y="83219"/>
                  <a:pt x="2522724" y="121915"/>
                  <a:pt x="2522600" y="161106"/>
                </a:cubicBezTo>
                <a:cubicBezTo>
                  <a:pt x="2522476" y="200298"/>
                  <a:pt x="2522414" y="240109"/>
                  <a:pt x="2522414" y="280541"/>
                </a:cubicBezTo>
                <a:lnTo>
                  <a:pt x="2625849" y="280541"/>
                </a:lnTo>
                <a:lnTo>
                  <a:pt x="2637383" y="196081"/>
                </a:lnTo>
                <a:lnTo>
                  <a:pt x="2675334" y="196081"/>
                </a:lnTo>
                <a:lnTo>
                  <a:pt x="2675334" y="388813"/>
                </a:lnTo>
                <a:lnTo>
                  <a:pt x="2637383" y="388813"/>
                </a:lnTo>
                <a:lnTo>
                  <a:pt x="2626593" y="308074"/>
                </a:lnTo>
                <a:lnTo>
                  <a:pt x="2522414" y="308074"/>
                </a:lnTo>
                <a:lnTo>
                  <a:pt x="2522414" y="310306"/>
                </a:lnTo>
                <a:cubicBezTo>
                  <a:pt x="2522414" y="352474"/>
                  <a:pt x="2522476" y="393836"/>
                  <a:pt x="2522600" y="434392"/>
                </a:cubicBezTo>
                <a:cubicBezTo>
                  <a:pt x="2522724" y="474947"/>
                  <a:pt x="2523158" y="515069"/>
                  <a:pt x="2523902" y="554756"/>
                </a:cubicBezTo>
                <a:lnTo>
                  <a:pt x="2695054" y="554757"/>
                </a:lnTo>
                <a:lnTo>
                  <a:pt x="2730401" y="426764"/>
                </a:lnTo>
                <a:lnTo>
                  <a:pt x="2772817" y="426764"/>
                </a:lnTo>
                <a:close/>
                <a:moveTo>
                  <a:pt x="3409206" y="15255"/>
                </a:moveTo>
                <a:lnTo>
                  <a:pt x="3409206" y="41299"/>
                </a:lnTo>
                <a:lnTo>
                  <a:pt x="3339257" y="50973"/>
                </a:lnTo>
                <a:lnTo>
                  <a:pt x="3333676" y="586010"/>
                </a:lnTo>
                <a:lnTo>
                  <a:pt x="3266703" y="586010"/>
                </a:lnTo>
                <a:lnTo>
                  <a:pt x="2930724" y="111993"/>
                </a:lnTo>
                <a:lnTo>
                  <a:pt x="2935188" y="547315"/>
                </a:lnTo>
                <a:lnTo>
                  <a:pt x="3037508" y="558477"/>
                </a:lnTo>
                <a:lnTo>
                  <a:pt x="3037508" y="584522"/>
                </a:lnTo>
                <a:lnTo>
                  <a:pt x="2825428" y="584522"/>
                </a:lnTo>
                <a:lnTo>
                  <a:pt x="2825428" y="558477"/>
                </a:lnTo>
                <a:lnTo>
                  <a:pt x="2895749" y="548059"/>
                </a:lnTo>
                <a:lnTo>
                  <a:pt x="2900214" y="68833"/>
                </a:lnTo>
                <a:lnTo>
                  <a:pt x="2885703" y="47253"/>
                </a:lnTo>
                <a:lnTo>
                  <a:pt x="2831753" y="41299"/>
                </a:lnTo>
                <a:lnTo>
                  <a:pt x="2831753" y="15255"/>
                </a:lnTo>
                <a:lnTo>
                  <a:pt x="3015184" y="15255"/>
                </a:lnTo>
                <a:lnTo>
                  <a:pt x="3303910" y="414486"/>
                </a:lnTo>
                <a:lnTo>
                  <a:pt x="3300189" y="51717"/>
                </a:lnTo>
                <a:lnTo>
                  <a:pt x="3198986" y="41299"/>
                </a:lnTo>
                <a:lnTo>
                  <a:pt x="3198986" y="15255"/>
                </a:lnTo>
                <a:close/>
                <a:moveTo>
                  <a:pt x="3620503" y="552931"/>
                </a:moveTo>
                <a:lnTo>
                  <a:pt x="3620503" y="584522"/>
                </a:lnTo>
                <a:lnTo>
                  <a:pt x="3563094" y="584522"/>
                </a:lnTo>
                <a:lnTo>
                  <a:pt x="3563094" y="558477"/>
                </a:lnTo>
                <a:close/>
                <a:moveTo>
                  <a:pt x="3620503" y="15255"/>
                </a:moveTo>
                <a:lnTo>
                  <a:pt x="3620503" y="45020"/>
                </a:lnTo>
                <a:lnTo>
                  <a:pt x="3534817" y="45020"/>
                </a:lnTo>
                <a:lnTo>
                  <a:pt x="3496866" y="178221"/>
                </a:lnTo>
                <a:lnTo>
                  <a:pt x="3451845" y="178221"/>
                </a:lnTo>
                <a:lnTo>
                  <a:pt x="3454822" y="15255"/>
                </a:lnTo>
                <a:close/>
              </a:path>
            </a:pathLst>
          </a:cu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>
            <a:lvl1pPr>
              <a:buNone/>
              <a:defRPr sz="6000">
                <a:solidFill>
                  <a:schemeClr val="accent2">
                    <a:lumMod val="10000"/>
                    <a:lumOff val="9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89DD1700-1EE6-4C25-8B91-021BC5D6F083}"/>
              </a:ext>
            </a:extLst>
          </p:cNvPr>
          <p:cNvSpPr>
            <a:spLocks noGrp="1"/>
          </p:cNvSpPr>
          <p:nvPr/>
        </p:nvSpPr>
        <p:spPr>
          <a:xfrm>
            <a:off x="2244435" y="1391893"/>
            <a:ext cx="3736590" cy="1918439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E94AF87D-40BD-4625-AA51-CBA9DCB83B73}"/>
              </a:ext>
            </a:extLst>
          </p:cNvPr>
          <p:cNvSpPr>
            <a:spLocks noGrp="1"/>
          </p:cNvSpPr>
          <p:nvPr/>
        </p:nvSpPr>
        <p:spPr>
          <a:xfrm>
            <a:off x="2457866" y="1821374"/>
            <a:ext cx="3309728" cy="13028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任意多边形: 形状 153">
            <a:extLst>
              <a:ext uri="{FF2B5EF4-FFF2-40B4-BE49-F238E27FC236}">
                <a16:creationId xmlns:a16="http://schemas.microsoft.com/office/drawing/2014/main" id="{9B8F254A-C22C-4267-B2CA-C66F2380BE8B}"/>
              </a:ext>
            </a:extLst>
          </p:cNvPr>
          <p:cNvSpPr>
            <a:spLocks noGrp="1"/>
          </p:cNvSpPr>
          <p:nvPr/>
        </p:nvSpPr>
        <p:spPr>
          <a:xfrm>
            <a:off x="2244435" y="3834661"/>
            <a:ext cx="3736590" cy="1918439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15E6D32E-2437-41D8-9857-885682A72026}"/>
              </a:ext>
            </a:extLst>
          </p:cNvPr>
          <p:cNvSpPr>
            <a:spLocks noGrp="1"/>
          </p:cNvSpPr>
          <p:nvPr/>
        </p:nvSpPr>
        <p:spPr>
          <a:xfrm>
            <a:off x="2457866" y="4264142"/>
            <a:ext cx="3309728" cy="13028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任意多边形: 形状 185">
            <a:extLst>
              <a:ext uri="{FF2B5EF4-FFF2-40B4-BE49-F238E27FC236}">
                <a16:creationId xmlns:a16="http://schemas.microsoft.com/office/drawing/2014/main" id="{4FA6BAD8-517F-4394-B0A2-CC0D8C363200}"/>
              </a:ext>
            </a:extLst>
          </p:cNvPr>
          <p:cNvSpPr>
            <a:spLocks noGrp="1"/>
          </p:cNvSpPr>
          <p:nvPr/>
        </p:nvSpPr>
        <p:spPr>
          <a:xfrm>
            <a:off x="6833438" y="1391893"/>
            <a:ext cx="3736590" cy="1918439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BF5B0839-79BB-4839-A245-225314EA904E}"/>
              </a:ext>
            </a:extLst>
          </p:cNvPr>
          <p:cNvSpPr>
            <a:spLocks noGrp="1"/>
          </p:cNvSpPr>
          <p:nvPr/>
        </p:nvSpPr>
        <p:spPr>
          <a:xfrm>
            <a:off x="7046869" y="1821374"/>
            <a:ext cx="3309728" cy="13028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任意多边形: 形状 215">
            <a:extLst>
              <a:ext uri="{FF2B5EF4-FFF2-40B4-BE49-F238E27FC236}">
                <a16:creationId xmlns:a16="http://schemas.microsoft.com/office/drawing/2014/main" id="{29CA8F3E-B440-4651-B719-FB2F26F964D0}"/>
              </a:ext>
            </a:extLst>
          </p:cNvPr>
          <p:cNvSpPr>
            <a:spLocks noGrp="1"/>
          </p:cNvSpPr>
          <p:nvPr/>
        </p:nvSpPr>
        <p:spPr>
          <a:xfrm>
            <a:off x="6833438" y="3834661"/>
            <a:ext cx="3736590" cy="1918439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4E44ED63-B8C1-4483-AC8F-A3899698E506}"/>
              </a:ext>
            </a:extLst>
          </p:cNvPr>
          <p:cNvSpPr>
            <a:spLocks noGrp="1"/>
          </p:cNvSpPr>
          <p:nvPr/>
        </p:nvSpPr>
        <p:spPr>
          <a:xfrm>
            <a:off x="7046869" y="4264142"/>
            <a:ext cx="3309728" cy="13028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直接连接符 245">
            <a:extLst>
              <a:ext uri="{FF2B5EF4-FFF2-40B4-BE49-F238E27FC236}">
                <a16:creationId xmlns:a16="http://schemas.microsoft.com/office/drawing/2014/main" id="{AC2A3D21-18AE-4F61-AECF-AC074D19EB87}"/>
              </a:ext>
            </a:extLst>
          </p:cNvPr>
          <p:cNvSpPr>
            <a:spLocks noGrp="1"/>
          </p:cNvSpPr>
          <p:nvPr/>
        </p:nvSpPr>
        <p:spPr>
          <a:xfrm>
            <a:off x="8277202" y="6393593"/>
            <a:ext cx="391479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380" name="文本框 379">
            <a:extLst>
              <a:ext uri="{FF2B5EF4-FFF2-40B4-BE49-F238E27FC236}">
                <a16:creationId xmlns:a16="http://schemas.microsoft.com/office/drawing/2014/main" id="{1BDCABFD-4484-4D38-8713-DBD8EAD4DF6F}"/>
              </a:ext>
            </a:extLst>
          </p:cNvPr>
          <p:cNvSpPr>
            <a:spLocks noGrp="1"/>
          </p:cNvSpPr>
          <p:nvPr/>
        </p:nvSpPr>
        <p:spPr>
          <a:xfrm>
            <a:off x="1819066" y="2392628"/>
            <a:ext cx="4587327" cy="461665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 spc="0">
                <a:ln>
                  <a:noFill/>
                </a:ln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项目概述</a:t>
            </a:r>
          </a:p>
        </p:txBody>
      </p:sp>
      <p:sp>
        <p:nvSpPr>
          <p:cNvPr id="381" name="文本框 380">
            <a:extLst>
              <a:ext uri="{FF2B5EF4-FFF2-40B4-BE49-F238E27FC236}">
                <a16:creationId xmlns:a16="http://schemas.microsoft.com/office/drawing/2014/main" id="{EBA11458-5992-46A0-B265-28D2082D0029}"/>
              </a:ext>
            </a:extLst>
          </p:cNvPr>
          <p:cNvSpPr>
            <a:spLocks noGrp="1"/>
          </p:cNvSpPr>
          <p:nvPr/>
        </p:nvSpPr>
        <p:spPr>
          <a:xfrm>
            <a:off x="1819066" y="2031561"/>
            <a:ext cx="4587327" cy="400110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PART ONE</a:t>
            </a:r>
          </a:p>
        </p:txBody>
      </p:sp>
      <p:sp>
        <p:nvSpPr>
          <p:cNvPr id="382" name="文本框 381">
            <a:extLst>
              <a:ext uri="{FF2B5EF4-FFF2-40B4-BE49-F238E27FC236}">
                <a16:creationId xmlns:a16="http://schemas.microsoft.com/office/drawing/2014/main" id="{C8F2FA17-9FFF-40E8-8DC0-E914619C8C99}"/>
              </a:ext>
            </a:extLst>
          </p:cNvPr>
          <p:cNvSpPr>
            <a:spLocks noGrp="1"/>
          </p:cNvSpPr>
          <p:nvPr/>
        </p:nvSpPr>
        <p:spPr>
          <a:xfrm>
            <a:off x="1819066" y="4858400"/>
            <a:ext cx="4587327" cy="461665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 spc="0">
                <a:ln>
                  <a:noFill/>
                </a:ln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预测与推荐</a:t>
            </a:r>
          </a:p>
        </p:txBody>
      </p:sp>
      <p:sp>
        <p:nvSpPr>
          <p:cNvPr id="383" name="文本框 382">
            <a:extLst>
              <a:ext uri="{FF2B5EF4-FFF2-40B4-BE49-F238E27FC236}">
                <a16:creationId xmlns:a16="http://schemas.microsoft.com/office/drawing/2014/main" id="{4C6269E9-0B71-4DDB-984F-5AA73EA7F6B0}"/>
              </a:ext>
            </a:extLst>
          </p:cNvPr>
          <p:cNvSpPr>
            <a:spLocks noGrp="1"/>
          </p:cNvSpPr>
          <p:nvPr/>
        </p:nvSpPr>
        <p:spPr>
          <a:xfrm>
            <a:off x="1819066" y="4497333"/>
            <a:ext cx="4587327" cy="400110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PART THREE</a:t>
            </a: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2EEC249D-3458-46E5-9946-C8EA8CD52572}"/>
              </a:ext>
            </a:extLst>
          </p:cNvPr>
          <p:cNvSpPr>
            <a:spLocks noGrp="1"/>
          </p:cNvSpPr>
          <p:nvPr/>
        </p:nvSpPr>
        <p:spPr>
          <a:xfrm>
            <a:off x="6406393" y="2392628"/>
            <a:ext cx="4587327" cy="461665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 spc="0">
                <a:ln>
                  <a:noFill/>
                </a:ln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数据处理</a:t>
            </a: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A7F8C6C8-7C64-4D41-AAFB-3FBE1F68EB70}"/>
              </a:ext>
            </a:extLst>
          </p:cNvPr>
          <p:cNvSpPr>
            <a:spLocks noGrp="1"/>
          </p:cNvSpPr>
          <p:nvPr/>
        </p:nvSpPr>
        <p:spPr>
          <a:xfrm>
            <a:off x="6406393" y="2031561"/>
            <a:ext cx="4587327" cy="400110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PART TWO</a:t>
            </a: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5CA685E7-5856-4734-8023-0F347CFDC274}"/>
              </a:ext>
            </a:extLst>
          </p:cNvPr>
          <p:cNvSpPr>
            <a:spLocks noGrp="1"/>
          </p:cNvSpPr>
          <p:nvPr/>
        </p:nvSpPr>
        <p:spPr>
          <a:xfrm>
            <a:off x="6406393" y="4858400"/>
            <a:ext cx="4587327" cy="461665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项目实现</a:t>
            </a: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211124C7-BF55-401B-8D0E-E84A67E8A591}"/>
              </a:ext>
            </a:extLst>
          </p:cNvPr>
          <p:cNvSpPr>
            <a:spLocks noGrp="1"/>
          </p:cNvSpPr>
          <p:nvPr/>
        </p:nvSpPr>
        <p:spPr>
          <a:xfrm>
            <a:off x="6406393" y="4497333"/>
            <a:ext cx="4587327" cy="400110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PART FOUR</a:t>
            </a:r>
          </a:p>
        </p:txBody>
      </p:sp>
    </p:spTree>
    <p:extLst>
      <p:ext uri="{BB962C8B-B14F-4D97-AF65-F5344CB8AC3E}">
        <p14:creationId xmlns:p14="http://schemas.microsoft.com/office/powerpoint/2010/main" val="1346819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直接连接符 387">
            <a:extLst>
              <a:ext uri="{FF2B5EF4-FFF2-40B4-BE49-F238E27FC236}">
                <a16:creationId xmlns:a16="http://schemas.microsoft.com/office/drawing/2014/main" id="{1C74BE4D-6A8B-4D45-A580-004C01285766}"/>
              </a:ext>
            </a:extLst>
          </p:cNvPr>
          <p:cNvSpPr>
            <a:spLocks noGrp="1"/>
          </p:cNvSpPr>
          <p:nvPr/>
        </p:nvSpPr>
        <p:spPr>
          <a:xfrm>
            <a:off x="10799979" y="0"/>
            <a:ext cx="0" cy="59944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390" name="矩形 389">
            <a:extLst>
              <a:ext uri="{FF2B5EF4-FFF2-40B4-BE49-F238E27FC236}">
                <a16:creationId xmlns:a16="http://schemas.microsoft.com/office/drawing/2014/main" id="{E37F4522-5CFF-4A2A-97D1-362EC54107D8}"/>
              </a:ext>
            </a:extLst>
          </p:cNvPr>
          <p:cNvSpPr>
            <a:spLocks noGrp="1"/>
          </p:cNvSpPr>
          <p:nvPr/>
        </p:nvSpPr>
        <p:spPr>
          <a:xfrm>
            <a:off x="11322865" y="3976914"/>
            <a:ext cx="343920" cy="343920"/>
          </a:xfrm>
          <a:prstGeom prst="rect">
            <a:avLst/>
          </a:pr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任意多边形: 形状 390">
            <a:extLst>
              <a:ext uri="{FF2B5EF4-FFF2-40B4-BE49-F238E27FC236}">
                <a16:creationId xmlns:a16="http://schemas.microsoft.com/office/drawing/2014/main" id="{A47BC20A-64E4-40CA-B76F-61C12EB6616C}"/>
              </a:ext>
            </a:extLst>
          </p:cNvPr>
          <p:cNvSpPr>
            <a:spLocks noGrp="1"/>
          </p:cNvSpPr>
          <p:nvPr/>
        </p:nvSpPr>
        <p:spPr>
          <a:xfrm>
            <a:off x="10790454" y="4659086"/>
            <a:ext cx="1401546" cy="1567543"/>
          </a:xfrm>
          <a:custGeom>
            <a:avLst/>
            <a:gdLst/>
            <a:ahLst/>
            <a:cxnLst/>
            <a:rect l="l" t="t" r="r" b="b"/>
            <a:pathLst>
              <a:path w="1401546" h="1567543">
                <a:moveTo>
                  <a:pt x="0" y="0"/>
                </a:moveTo>
                <a:lnTo>
                  <a:pt x="1401546" y="0"/>
                </a:lnTo>
                <a:lnTo>
                  <a:pt x="1401546" y="1567543"/>
                </a:lnTo>
                <a:lnTo>
                  <a:pt x="0" y="15675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任意多边形: 形状 391">
            <a:extLst>
              <a:ext uri="{FF2B5EF4-FFF2-40B4-BE49-F238E27FC236}">
                <a16:creationId xmlns:a16="http://schemas.microsoft.com/office/drawing/2014/main" id="{85382770-FA26-44BE-9617-71E911EBAB24}"/>
              </a:ext>
            </a:extLst>
          </p:cNvPr>
          <p:cNvSpPr>
            <a:spLocks noGrp="1"/>
          </p:cNvSpPr>
          <p:nvPr/>
        </p:nvSpPr>
        <p:spPr>
          <a:xfrm>
            <a:off x="10790454" y="6437135"/>
            <a:ext cx="1401546" cy="420865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8" name="图形 39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93697" y="4853214"/>
            <a:ext cx="404586" cy="404586"/>
          </a:xfrm>
          <a:prstGeom prst="rect">
            <a:avLst/>
          </a:prstGeom>
        </p:spPr>
      </p:pic>
      <p:pic>
        <p:nvPicPr>
          <p:cNvPr id="469" name="图形 39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11224396" y="5424082"/>
            <a:ext cx="570318" cy="570318"/>
          </a:xfrm>
          <a:prstGeom prst="rect">
            <a:avLst/>
          </a:prstGeom>
        </p:spPr>
      </p:pic>
      <p:sp>
        <p:nvSpPr>
          <p:cNvPr id="461" name="文本框 460">
            <a:extLst>
              <a:ext uri="{FF2B5EF4-FFF2-40B4-BE49-F238E27FC236}">
                <a16:creationId xmlns:a16="http://schemas.microsoft.com/office/drawing/2014/main" id="{22DB1FCF-7C01-4CB6-AE62-0BEDAEA9378E}"/>
              </a:ext>
            </a:extLst>
          </p:cNvPr>
          <p:cNvSpPr>
            <a:spLocks noGrp="1"/>
          </p:cNvSpPr>
          <p:nvPr/>
        </p:nvSpPr>
        <p:spPr>
          <a:xfrm rot="5400000">
            <a:off x="9851648" y="1353010"/>
            <a:ext cx="3305796" cy="599777"/>
          </a:xfrm>
          <a:custGeom>
            <a:avLst/>
            <a:gdLst/>
            <a:ahLst/>
            <a:cxnLst/>
            <a:rect l="l" t="t" r="r" b="b"/>
            <a:pathLst>
              <a:path w="3305796" h="599777">
                <a:moveTo>
                  <a:pt x="2854103" y="584522"/>
                </a:moveTo>
                <a:lnTo>
                  <a:pt x="2854103" y="558477"/>
                </a:lnTo>
                <a:lnTo>
                  <a:pt x="2922564" y="551780"/>
                </a:lnTo>
                <a:cubicBezTo>
                  <a:pt x="2923804" y="513333"/>
                  <a:pt x="2924487" y="474513"/>
                  <a:pt x="2924610" y="435322"/>
                </a:cubicBezTo>
                <a:cubicBezTo>
                  <a:pt x="2924734" y="396130"/>
                  <a:pt x="2924796" y="356691"/>
                  <a:pt x="2924796" y="317003"/>
                </a:cubicBezTo>
                <a:lnTo>
                  <a:pt x="2924796" y="283517"/>
                </a:lnTo>
                <a:cubicBezTo>
                  <a:pt x="2924796" y="243830"/>
                  <a:pt x="2924734" y="204328"/>
                  <a:pt x="2924610" y="165013"/>
                </a:cubicBezTo>
                <a:cubicBezTo>
                  <a:pt x="2924487" y="125697"/>
                  <a:pt x="2923804" y="86444"/>
                  <a:pt x="2922564" y="47252"/>
                </a:cubicBezTo>
                <a:lnTo>
                  <a:pt x="2854103" y="41299"/>
                </a:lnTo>
                <a:lnTo>
                  <a:pt x="2854103" y="15254"/>
                </a:lnTo>
                <a:lnTo>
                  <a:pt x="3289797" y="15254"/>
                </a:lnTo>
                <a:lnTo>
                  <a:pt x="3289053" y="167059"/>
                </a:lnTo>
                <a:lnTo>
                  <a:pt x="3245149" y="167059"/>
                </a:lnTo>
                <a:lnTo>
                  <a:pt x="3209802" y="45020"/>
                </a:lnTo>
                <a:lnTo>
                  <a:pt x="3055393" y="45020"/>
                </a:lnTo>
                <a:cubicBezTo>
                  <a:pt x="3054649" y="83219"/>
                  <a:pt x="3054215" y="121915"/>
                  <a:pt x="3054091" y="161106"/>
                </a:cubicBezTo>
                <a:cubicBezTo>
                  <a:pt x="3053967" y="200297"/>
                  <a:pt x="3053905" y="240109"/>
                  <a:pt x="3053905" y="280541"/>
                </a:cubicBezTo>
                <a:lnTo>
                  <a:pt x="3157340" y="280541"/>
                </a:lnTo>
                <a:lnTo>
                  <a:pt x="3168875" y="196081"/>
                </a:lnTo>
                <a:lnTo>
                  <a:pt x="3206826" y="196081"/>
                </a:lnTo>
                <a:lnTo>
                  <a:pt x="3206826" y="388813"/>
                </a:lnTo>
                <a:lnTo>
                  <a:pt x="3168875" y="388813"/>
                </a:lnTo>
                <a:lnTo>
                  <a:pt x="3158085" y="308074"/>
                </a:lnTo>
                <a:lnTo>
                  <a:pt x="3053905" y="308074"/>
                </a:lnTo>
                <a:lnTo>
                  <a:pt x="3053905" y="310306"/>
                </a:lnTo>
                <a:cubicBezTo>
                  <a:pt x="3053905" y="352474"/>
                  <a:pt x="3053967" y="393836"/>
                  <a:pt x="3054091" y="434392"/>
                </a:cubicBezTo>
                <a:cubicBezTo>
                  <a:pt x="3054215" y="474947"/>
                  <a:pt x="3054649" y="515069"/>
                  <a:pt x="3055393" y="554756"/>
                </a:cubicBezTo>
                <a:lnTo>
                  <a:pt x="3226545" y="554756"/>
                </a:lnTo>
                <a:lnTo>
                  <a:pt x="3261892" y="426764"/>
                </a:lnTo>
                <a:lnTo>
                  <a:pt x="3304308" y="426764"/>
                </a:lnTo>
                <a:lnTo>
                  <a:pt x="3305796" y="584522"/>
                </a:lnTo>
                <a:close/>
                <a:moveTo>
                  <a:pt x="2213919" y="584522"/>
                </a:moveTo>
                <a:lnTo>
                  <a:pt x="2213919" y="558477"/>
                </a:lnTo>
                <a:lnTo>
                  <a:pt x="2284240" y="548059"/>
                </a:lnTo>
                <a:lnTo>
                  <a:pt x="2288705" y="68833"/>
                </a:lnTo>
                <a:lnTo>
                  <a:pt x="2274194" y="47252"/>
                </a:lnTo>
                <a:lnTo>
                  <a:pt x="2220244" y="41299"/>
                </a:lnTo>
                <a:lnTo>
                  <a:pt x="2220244" y="15254"/>
                </a:lnTo>
                <a:lnTo>
                  <a:pt x="2403675" y="15254"/>
                </a:lnTo>
                <a:lnTo>
                  <a:pt x="2692401" y="414486"/>
                </a:lnTo>
                <a:lnTo>
                  <a:pt x="2688681" y="51717"/>
                </a:lnTo>
                <a:lnTo>
                  <a:pt x="2587478" y="41299"/>
                </a:lnTo>
                <a:lnTo>
                  <a:pt x="2587478" y="15254"/>
                </a:lnTo>
                <a:lnTo>
                  <a:pt x="2797697" y="15254"/>
                </a:lnTo>
                <a:lnTo>
                  <a:pt x="2797697" y="41299"/>
                </a:lnTo>
                <a:lnTo>
                  <a:pt x="2727748" y="50973"/>
                </a:lnTo>
                <a:lnTo>
                  <a:pt x="2722167" y="586010"/>
                </a:lnTo>
                <a:lnTo>
                  <a:pt x="2655194" y="586010"/>
                </a:lnTo>
                <a:lnTo>
                  <a:pt x="2319215" y="111993"/>
                </a:lnTo>
                <a:lnTo>
                  <a:pt x="2323680" y="547315"/>
                </a:lnTo>
                <a:lnTo>
                  <a:pt x="2425999" y="558477"/>
                </a:lnTo>
                <a:lnTo>
                  <a:pt x="2425999" y="584522"/>
                </a:lnTo>
                <a:close/>
                <a:moveTo>
                  <a:pt x="1752403" y="299516"/>
                </a:moveTo>
                <a:cubicBezTo>
                  <a:pt x="1752403" y="351854"/>
                  <a:pt x="1757178" y="398425"/>
                  <a:pt x="1766727" y="439229"/>
                </a:cubicBezTo>
                <a:cubicBezTo>
                  <a:pt x="1776277" y="480032"/>
                  <a:pt x="1791036" y="512154"/>
                  <a:pt x="1811004" y="535595"/>
                </a:cubicBezTo>
                <a:cubicBezTo>
                  <a:pt x="1830972" y="559035"/>
                  <a:pt x="1856583" y="570755"/>
                  <a:pt x="1887836" y="570755"/>
                </a:cubicBezTo>
                <a:cubicBezTo>
                  <a:pt x="1918842" y="570755"/>
                  <a:pt x="1944329" y="559035"/>
                  <a:pt x="1964297" y="535595"/>
                </a:cubicBezTo>
                <a:cubicBezTo>
                  <a:pt x="1984265" y="512154"/>
                  <a:pt x="1999147" y="480032"/>
                  <a:pt x="2008945" y="439229"/>
                </a:cubicBezTo>
                <a:cubicBezTo>
                  <a:pt x="2018743" y="398425"/>
                  <a:pt x="2023642" y="351854"/>
                  <a:pt x="2023642" y="299516"/>
                </a:cubicBezTo>
                <a:cubicBezTo>
                  <a:pt x="2023642" y="247674"/>
                  <a:pt x="2018743" y="201352"/>
                  <a:pt x="2008945" y="160548"/>
                </a:cubicBezTo>
                <a:cubicBezTo>
                  <a:pt x="1999147" y="119744"/>
                  <a:pt x="1984265" y="87622"/>
                  <a:pt x="1964297" y="64182"/>
                </a:cubicBezTo>
                <a:cubicBezTo>
                  <a:pt x="1944329" y="40741"/>
                  <a:pt x="1918842" y="29021"/>
                  <a:pt x="1887836" y="29021"/>
                </a:cubicBezTo>
                <a:cubicBezTo>
                  <a:pt x="1856583" y="29021"/>
                  <a:pt x="1830972" y="40741"/>
                  <a:pt x="1811004" y="64182"/>
                </a:cubicBezTo>
                <a:cubicBezTo>
                  <a:pt x="1791036" y="87622"/>
                  <a:pt x="1776277" y="119744"/>
                  <a:pt x="1766727" y="160548"/>
                </a:cubicBezTo>
                <a:cubicBezTo>
                  <a:pt x="1757178" y="201352"/>
                  <a:pt x="1752403" y="247674"/>
                  <a:pt x="1752403" y="299516"/>
                </a:cubicBezTo>
                <a:close/>
                <a:moveTo>
                  <a:pt x="1617341" y="299516"/>
                </a:moveTo>
                <a:cubicBezTo>
                  <a:pt x="1617341" y="250403"/>
                  <a:pt x="1624659" y="207181"/>
                  <a:pt x="1639293" y="169850"/>
                </a:cubicBezTo>
                <a:cubicBezTo>
                  <a:pt x="1653928" y="132519"/>
                  <a:pt x="1673896" y="101265"/>
                  <a:pt x="1699197" y="76088"/>
                </a:cubicBezTo>
                <a:cubicBezTo>
                  <a:pt x="1724498" y="50911"/>
                  <a:pt x="1753333" y="31936"/>
                  <a:pt x="1785703" y="19161"/>
                </a:cubicBezTo>
                <a:cubicBezTo>
                  <a:pt x="1818073" y="6387"/>
                  <a:pt x="1852118" y="0"/>
                  <a:pt x="1887836" y="0"/>
                </a:cubicBezTo>
                <a:cubicBezTo>
                  <a:pt x="1923555" y="0"/>
                  <a:pt x="1957662" y="6325"/>
                  <a:pt x="1990156" y="18975"/>
                </a:cubicBezTo>
                <a:cubicBezTo>
                  <a:pt x="2022650" y="31626"/>
                  <a:pt x="2051423" y="50539"/>
                  <a:pt x="2076476" y="75716"/>
                </a:cubicBezTo>
                <a:cubicBezTo>
                  <a:pt x="2101529" y="100893"/>
                  <a:pt x="2121311" y="132146"/>
                  <a:pt x="2135821" y="169478"/>
                </a:cubicBezTo>
                <a:cubicBezTo>
                  <a:pt x="2150332" y="206809"/>
                  <a:pt x="2157587" y="250155"/>
                  <a:pt x="2157587" y="299516"/>
                </a:cubicBezTo>
                <a:cubicBezTo>
                  <a:pt x="2157587" y="349125"/>
                  <a:pt x="2150394" y="392658"/>
                  <a:pt x="2136007" y="430113"/>
                </a:cubicBezTo>
                <a:cubicBezTo>
                  <a:pt x="2121621" y="467568"/>
                  <a:pt x="2101901" y="498884"/>
                  <a:pt x="2076848" y="524061"/>
                </a:cubicBezTo>
                <a:cubicBezTo>
                  <a:pt x="2051795" y="549237"/>
                  <a:pt x="2023022" y="568151"/>
                  <a:pt x="1990528" y="580801"/>
                </a:cubicBezTo>
                <a:cubicBezTo>
                  <a:pt x="1958034" y="593452"/>
                  <a:pt x="1923803" y="599777"/>
                  <a:pt x="1887836" y="599777"/>
                </a:cubicBezTo>
                <a:cubicBezTo>
                  <a:pt x="1852118" y="599777"/>
                  <a:pt x="1818011" y="593452"/>
                  <a:pt x="1785517" y="580801"/>
                </a:cubicBezTo>
                <a:cubicBezTo>
                  <a:pt x="1753023" y="568151"/>
                  <a:pt x="1724125" y="549299"/>
                  <a:pt x="1698825" y="524247"/>
                </a:cubicBezTo>
                <a:cubicBezTo>
                  <a:pt x="1673524" y="499194"/>
                  <a:pt x="1653618" y="467878"/>
                  <a:pt x="1639107" y="430299"/>
                </a:cubicBezTo>
                <a:cubicBezTo>
                  <a:pt x="1624597" y="392720"/>
                  <a:pt x="1617341" y="349125"/>
                  <a:pt x="1617341" y="299516"/>
                </a:cubicBezTo>
                <a:close/>
                <a:moveTo>
                  <a:pt x="868661" y="178221"/>
                </a:moveTo>
                <a:lnTo>
                  <a:pt x="871638" y="15254"/>
                </a:lnTo>
                <a:lnTo>
                  <a:pt x="1374677" y="15254"/>
                </a:lnTo>
                <a:lnTo>
                  <a:pt x="1377654" y="178221"/>
                </a:lnTo>
                <a:lnTo>
                  <a:pt x="1333377" y="178221"/>
                </a:lnTo>
                <a:lnTo>
                  <a:pt x="1294682" y="45020"/>
                </a:lnTo>
                <a:lnTo>
                  <a:pt x="1188642" y="45020"/>
                </a:lnTo>
                <a:cubicBezTo>
                  <a:pt x="1187898" y="84211"/>
                  <a:pt x="1187464" y="123651"/>
                  <a:pt x="1187340" y="163338"/>
                </a:cubicBezTo>
                <a:cubicBezTo>
                  <a:pt x="1187216" y="203026"/>
                  <a:pt x="1187154" y="243085"/>
                  <a:pt x="1187154" y="283517"/>
                </a:cubicBezTo>
                <a:lnTo>
                  <a:pt x="1187154" y="316259"/>
                </a:lnTo>
                <a:cubicBezTo>
                  <a:pt x="1187154" y="355203"/>
                  <a:pt x="1187216" y="394332"/>
                  <a:pt x="1187340" y="433647"/>
                </a:cubicBezTo>
                <a:cubicBezTo>
                  <a:pt x="1187464" y="472963"/>
                  <a:pt x="1187898" y="512092"/>
                  <a:pt x="1188642" y="551036"/>
                </a:cubicBezTo>
                <a:lnTo>
                  <a:pt x="1266405" y="558477"/>
                </a:lnTo>
                <a:lnTo>
                  <a:pt x="1266405" y="584522"/>
                </a:lnTo>
                <a:lnTo>
                  <a:pt x="979910" y="584522"/>
                </a:lnTo>
                <a:lnTo>
                  <a:pt x="979910" y="558477"/>
                </a:lnTo>
                <a:lnTo>
                  <a:pt x="1056929" y="551036"/>
                </a:lnTo>
                <a:cubicBezTo>
                  <a:pt x="1057673" y="512836"/>
                  <a:pt x="1058107" y="474203"/>
                  <a:pt x="1058231" y="435136"/>
                </a:cubicBezTo>
                <a:cubicBezTo>
                  <a:pt x="1058355" y="396068"/>
                  <a:pt x="1058418" y="356691"/>
                  <a:pt x="1058418" y="317003"/>
                </a:cubicBezTo>
                <a:lnTo>
                  <a:pt x="1058418" y="283517"/>
                </a:lnTo>
                <a:cubicBezTo>
                  <a:pt x="1058418" y="243582"/>
                  <a:pt x="1058355" y="203646"/>
                  <a:pt x="1058231" y="163710"/>
                </a:cubicBezTo>
                <a:cubicBezTo>
                  <a:pt x="1058107" y="123775"/>
                  <a:pt x="1057673" y="84211"/>
                  <a:pt x="1056929" y="45020"/>
                </a:cubicBezTo>
                <a:lnTo>
                  <a:pt x="951633" y="45020"/>
                </a:lnTo>
                <a:lnTo>
                  <a:pt x="913682" y="178221"/>
                </a:lnTo>
                <a:close/>
                <a:moveTo>
                  <a:pt x="488331" y="287238"/>
                </a:moveTo>
                <a:lnTo>
                  <a:pt x="533352" y="287238"/>
                </a:lnTo>
                <a:cubicBezTo>
                  <a:pt x="561877" y="287238"/>
                  <a:pt x="584760" y="281533"/>
                  <a:pt x="601999" y="270123"/>
                </a:cubicBezTo>
                <a:cubicBezTo>
                  <a:pt x="619238" y="258712"/>
                  <a:pt x="631826" y="243396"/>
                  <a:pt x="639764" y="224172"/>
                </a:cubicBezTo>
                <a:cubicBezTo>
                  <a:pt x="647701" y="204948"/>
                  <a:pt x="651670" y="183802"/>
                  <a:pt x="651670" y="160734"/>
                </a:cubicBezTo>
                <a:cubicBezTo>
                  <a:pt x="651670" y="123031"/>
                  <a:pt x="641686" y="94195"/>
                  <a:pt x="621719" y="74228"/>
                </a:cubicBezTo>
                <a:cubicBezTo>
                  <a:pt x="601751" y="54260"/>
                  <a:pt x="572543" y="44276"/>
                  <a:pt x="534096" y="44276"/>
                </a:cubicBezTo>
                <a:lnTo>
                  <a:pt x="490564" y="44276"/>
                </a:lnTo>
                <a:cubicBezTo>
                  <a:pt x="489571" y="82723"/>
                  <a:pt x="488951" y="121915"/>
                  <a:pt x="488703" y="161850"/>
                </a:cubicBezTo>
                <a:cubicBezTo>
                  <a:pt x="488455" y="201786"/>
                  <a:pt x="488331" y="243582"/>
                  <a:pt x="488331" y="287238"/>
                </a:cubicBezTo>
                <a:close/>
                <a:moveTo>
                  <a:pt x="291878" y="584522"/>
                </a:moveTo>
                <a:lnTo>
                  <a:pt x="291878" y="558477"/>
                </a:lnTo>
                <a:lnTo>
                  <a:pt x="360339" y="551780"/>
                </a:lnTo>
                <a:cubicBezTo>
                  <a:pt x="361579" y="513333"/>
                  <a:pt x="362261" y="474513"/>
                  <a:pt x="362385" y="435322"/>
                </a:cubicBezTo>
                <a:cubicBezTo>
                  <a:pt x="362509" y="396130"/>
                  <a:pt x="362571" y="356691"/>
                  <a:pt x="362571" y="317003"/>
                </a:cubicBezTo>
                <a:lnTo>
                  <a:pt x="362571" y="283517"/>
                </a:lnTo>
                <a:cubicBezTo>
                  <a:pt x="362571" y="243830"/>
                  <a:pt x="362509" y="204328"/>
                  <a:pt x="362385" y="165013"/>
                </a:cubicBezTo>
                <a:cubicBezTo>
                  <a:pt x="362261" y="125697"/>
                  <a:pt x="361579" y="86444"/>
                  <a:pt x="360339" y="47252"/>
                </a:cubicBezTo>
                <a:lnTo>
                  <a:pt x="291878" y="41299"/>
                </a:lnTo>
                <a:lnTo>
                  <a:pt x="291878" y="15254"/>
                </a:lnTo>
                <a:lnTo>
                  <a:pt x="566094" y="15254"/>
                </a:lnTo>
                <a:cubicBezTo>
                  <a:pt x="633314" y="15254"/>
                  <a:pt x="684660" y="27781"/>
                  <a:pt x="720131" y="52834"/>
                </a:cubicBezTo>
                <a:cubicBezTo>
                  <a:pt x="755602" y="77886"/>
                  <a:pt x="773337" y="113109"/>
                  <a:pt x="773337" y="158501"/>
                </a:cubicBezTo>
                <a:cubicBezTo>
                  <a:pt x="773337" y="179337"/>
                  <a:pt x="768128" y="199243"/>
                  <a:pt x="757710" y="218219"/>
                </a:cubicBezTo>
                <a:cubicBezTo>
                  <a:pt x="747292" y="237194"/>
                  <a:pt x="730239" y="253689"/>
                  <a:pt x="706551" y="267704"/>
                </a:cubicBezTo>
                <a:cubicBezTo>
                  <a:pt x="682862" y="281719"/>
                  <a:pt x="651050" y="291827"/>
                  <a:pt x="611114" y="298028"/>
                </a:cubicBezTo>
                <a:cubicBezTo>
                  <a:pt x="644353" y="302493"/>
                  <a:pt x="670273" y="310244"/>
                  <a:pt x="688877" y="321282"/>
                </a:cubicBezTo>
                <a:cubicBezTo>
                  <a:pt x="707481" y="332320"/>
                  <a:pt x="721185" y="346769"/>
                  <a:pt x="729991" y="364628"/>
                </a:cubicBezTo>
                <a:cubicBezTo>
                  <a:pt x="738796" y="382488"/>
                  <a:pt x="745432" y="403944"/>
                  <a:pt x="749897" y="428997"/>
                </a:cubicBezTo>
                <a:lnTo>
                  <a:pt x="774825" y="554756"/>
                </a:lnTo>
                <a:lnTo>
                  <a:pt x="842914" y="558477"/>
                </a:lnTo>
                <a:lnTo>
                  <a:pt x="842914" y="584522"/>
                </a:lnTo>
                <a:cubicBezTo>
                  <a:pt x="827287" y="588243"/>
                  <a:pt x="813025" y="591095"/>
                  <a:pt x="800126" y="593080"/>
                </a:cubicBezTo>
                <a:cubicBezTo>
                  <a:pt x="787228" y="595064"/>
                  <a:pt x="771229" y="596056"/>
                  <a:pt x="752129" y="596056"/>
                </a:cubicBezTo>
                <a:cubicBezTo>
                  <a:pt x="717154" y="596056"/>
                  <a:pt x="689931" y="590041"/>
                  <a:pt x="670460" y="578011"/>
                </a:cubicBezTo>
                <a:cubicBezTo>
                  <a:pt x="650988" y="565981"/>
                  <a:pt x="639392" y="544586"/>
                  <a:pt x="635671" y="513829"/>
                </a:cubicBezTo>
                <a:lnTo>
                  <a:pt x="613347" y="408533"/>
                </a:lnTo>
                <a:cubicBezTo>
                  <a:pt x="608138" y="377279"/>
                  <a:pt x="599580" y="353962"/>
                  <a:pt x="587674" y="338583"/>
                </a:cubicBezTo>
                <a:cubicBezTo>
                  <a:pt x="575768" y="323205"/>
                  <a:pt x="555180" y="315515"/>
                  <a:pt x="525910" y="315515"/>
                </a:cubicBezTo>
                <a:lnTo>
                  <a:pt x="488331" y="315515"/>
                </a:lnTo>
                <a:cubicBezTo>
                  <a:pt x="488331" y="355451"/>
                  <a:pt x="488455" y="395076"/>
                  <a:pt x="488703" y="434392"/>
                </a:cubicBezTo>
                <a:cubicBezTo>
                  <a:pt x="488951" y="473707"/>
                  <a:pt x="489571" y="512836"/>
                  <a:pt x="490564" y="551780"/>
                </a:cubicBezTo>
                <a:lnTo>
                  <a:pt x="560885" y="558477"/>
                </a:lnTo>
                <a:lnTo>
                  <a:pt x="560885" y="584522"/>
                </a:lnTo>
                <a:close/>
                <a:moveTo>
                  <a:pt x="0" y="584522"/>
                </a:moveTo>
                <a:lnTo>
                  <a:pt x="0" y="557450"/>
                </a:lnTo>
                <a:lnTo>
                  <a:pt x="58367" y="551036"/>
                </a:lnTo>
                <a:lnTo>
                  <a:pt x="11858" y="404068"/>
                </a:lnTo>
                <a:lnTo>
                  <a:pt x="0" y="404068"/>
                </a:lnTo>
                <a:lnTo>
                  <a:pt x="0" y="377279"/>
                </a:lnTo>
                <a:lnTo>
                  <a:pt x="3300" y="377279"/>
                </a:lnTo>
                <a:lnTo>
                  <a:pt x="0" y="366919"/>
                </a:lnTo>
                <a:lnTo>
                  <a:pt x="0" y="13022"/>
                </a:lnTo>
                <a:lnTo>
                  <a:pt x="6649" y="13022"/>
                </a:lnTo>
                <a:lnTo>
                  <a:pt x="189335" y="551780"/>
                </a:lnTo>
                <a:lnTo>
                  <a:pt x="250355" y="558477"/>
                </a:lnTo>
                <a:lnTo>
                  <a:pt x="250355" y="584522"/>
                </a:lnTo>
                <a:close/>
              </a:path>
            </a:pathLst>
          </a:cu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>
            <a:lvl1pPr>
              <a:buNone/>
              <a:defRPr sz="6000">
                <a:solidFill>
                  <a:schemeClr val="accent2">
                    <a:lumMod val="10000"/>
                    <a:lumOff val="9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任意多边形: 形状 395">
            <a:extLst>
              <a:ext uri="{FF2B5EF4-FFF2-40B4-BE49-F238E27FC236}">
                <a16:creationId xmlns:a16="http://schemas.microsoft.com/office/drawing/2014/main" id="{BBA88A59-2411-4C52-8DB9-AE67E261F5F5}"/>
              </a:ext>
            </a:extLst>
          </p:cNvPr>
          <p:cNvSpPr>
            <a:spLocks noGrp="1"/>
          </p:cNvSpPr>
          <p:nvPr/>
        </p:nvSpPr>
        <p:spPr>
          <a:xfrm>
            <a:off x="0" y="1544077"/>
            <a:ext cx="9160238" cy="1923810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任意多边形: 形状 396">
            <a:extLst>
              <a:ext uri="{FF2B5EF4-FFF2-40B4-BE49-F238E27FC236}">
                <a16:creationId xmlns:a16="http://schemas.microsoft.com/office/drawing/2014/main" id="{CECFBF7F-9ECF-4709-8B71-09354CD097A9}"/>
              </a:ext>
            </a:extLst>
          </p:cNvPr>
          <p:cNvSpPr>
            <a:spLocks noGrp="1"/>
          </p:cNvSpPr>
          <p:nvPr/>
        </p:nvSpPr>
        <p:spPr>
          <a:xfrm>
            <a:off x="-1" y="1872352"/>
            <a:ext cx="943423" cy="1204686"/>
          </a:xfrm>
          <a:custGeom>
            <a:avLst/>
            <a:gdLst/>
            <a:ahLst/>
            <a:cxnLst/>
            <a:rect l="l" t="t" r="r" b="b"/>
            <a:pathLst>
              <a:path w="924247" h="1204686">
                <a:moveTo>
                  <a:pt x="0" y="0"/>
                </a:moveTo>
                <a:lnTo>
                  <a:pt x="924247" y="0"/>
                </a:lnTo>
                <a:lnTo>
                  <a:pt x="924247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任意多边形: 形状 397">
            <a:extLst>
              <a:ext uri="{FF2B5EF4-FFF2-40B4-BE49-F238E27FC236}">
                <a16:creationId xmlns:a16="http://schemas.microsoft.com/office/drawing/2014/main" id="{C9598454-CAEB-4A23-8CD2-670F62849761}"/>
              </a:ext>
            </a:extLst>
          </p:cNvPr>
          <p:cNvSpPr>
            <a:spLocks noGrp="1"/>
          </p:cNvSpPr>
          <p:nvPr/>
        </p:nvSpPr>
        <p:spPr>
          <a:xfrm>
            <a:off x="1117683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任意多边形: 形状 398">
            <a:extLst>
              <a:ext uri="{FF2B5EF4-FFF2-40B4-BE49-F238E27FC236}">
                <a16:creationId xmlns:a16="http://schemas.microsoft.com/office/drawing/2014/main" id="{88CCDD6A-2D93-4BF0-857B-2A5EC5636259}"/>
              </a:ext>
            </a:extLst>
          </p:cNvPr>
          <p:cNvSpPr>
            <a:spLocks noGrp="1"/>
          </p:cNvSpPr>
          <p:nvPr/>
        </p:nvSpPr>
        <p:spPr>
          <a:xfrm>
            <a:off x="3094661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7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任意多边形: 形状 399">
            <a:extLst>
              <a:ext uri="{FF2B5EF4-FFF2-40B4-BE49-F238E27FC236}">
                <a16:creationId xmlns:a16="http://schemas.microsoft.com/office/drawing/2014/main" id="{B3E52D53-BE1A-4713-824F-FDAF5B505D07}"/>
              </a:ext>
            </a:extLst>
          </p:cNvPr>
          <p:cNvSpPr>
            <a:spLocks noGrp="1"/>
          </p:cNvSpPr>
          <p:nvPr/>
        </p:nvSpPr>
        <p:spPr>
          <a:xfrm>
            <a:off x="5071638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8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任意多边形: 形状 434">
            <a:extLst>
              <a:ext uri="{FF2B5EF4-FFF2-40B4-BE49-F238E27FC236}">
                <a16:creationId xmlns:a16="http://schemas.microsoft.com/office/drawing/2014/main" id="{63C67683-9EA5-46FC-9486-F89CC0CCB40F}"/>
              </a:ext>
            </a:extLst>
          </p:cNvPr>
          <p:cNvSpPr>
            <a:spLocks noGrp="1"/>
          </p:cNvSpPr>
          <p:nvPr/>
        </p:nvSpPr>
        <p:spPr>
          <a:xfrm>
            <a:off x="7042232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9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文本框 454">
            <a:extLst>
              <a:ext uri="{FF2B5EF4-FFF2-40B4-BE49-F238E27FC236}">
                <a16:creationId xmlns:a16="http://schemas.microsoft.com/office/drawing/2014/main" id="{A7FB3678-44E2-46A4-8535-745B07975C3B}"/>
              </a:ext>
            </a:extLst>
          </p:cNvPr>
          <p:cNvSpPr>
            <a:spLocks noGrp="1"/>
          </p:cNvSpPr>
          <p:nvPr/>
        </p:nvSpPr>
        <p:spPr>
          <a:xfrm>
            <a:off x="1070458" y="3760607"/>
            <a:ext cx="10153938" cy="64633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>
            <a:lvl1pPr>
              <a:buNone/>
              <a:defRPr sz="6000" i="1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1" u="none" cap="none" spc="0">
                <a:ln>
                  <a:noFill/>
                </a:ln>
                <a:solidFill>
                  <a:srgbClr val="A67B49">
                    <a:lumMod val="40000"/>
                    <a:lumOff val="60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The O</a:t>
            </a:r>
            <a:r>
              <a:rPr sz="3600">
                <a:solidFill>
                  <a:srgbClr val="A67B49">
                    <a:lumMod val="40000"/>
                    <a:lumOff val="60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verview</a:t>
            </a:r>
            <a:r>
              <a:rPr sz="3600" b="0" i="1" u="none" cap="none" spc="0">
                <a:ln>
                  <a:noFill/>
                </a:ln>
                <a:solidFill>
                  <a:srgbClr val="A67B49">
                    <a:lumMod val="40000"/>
                    <a:lumOff val="60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 of P</a:t>
            </a:r>
            <a:r>
              <a:rPr sz="3600">
                <a:solidFill>
                  <a:srgbClr val="A67B49">
                    <a:lumMod val="40000"/>
                    <a:lumOff val="60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roject</a:t>
            </a:r>
          </a:p>
        </p:txBody>
      </p:sp>
      <p:sp>
        <p:nvSpPr>
          <p:cNvPr id="456" name="直接连接符 455">
            <a:extLst>
              <a:ext uri="{FF2B5EF4-FFF2-40B4-BE49-F238E27FC236}">
                <a16:creationId xmlns:a16="http://schemas.microsoft.com/office/drawing/2014/main" id="{C783A549-4C67-4FAE-AF52-58B659A36782}"/>
              </a:ext>
            </a:extLst>
          </p:cNvPr>
          <p:cNvSpPr>
            <a:spLocks noGrp="1"/>
          </p:cNvSpPr>
          <p:nvPr/>
        </p:nvSpPr>
        <p:spPr>
          <a:xfrm>
            <a:off x="0" y="6393593"/>
            <a:ext cx="391479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454" name="文本框 453">
            <a:extLst>
              <a:ext uri="{FF2B5EF4-FFF2-40B4-BE49-F238E27FC236}">
                <a16:creationId xmlns:a16="http://schemas.microsoft.com/office/drawing/2014/main" id="{31E89159-CDDB-47D4-8FF1-1B7E92148541}"/>
              </a:ext>
            </a:extLst>
          </p:cNvPr>
          <p:cNvSpPr>
            <a:spLocks noGrp="1"/>
          </p:cNvSpPr>
          <p:nvPr/>
        </p:nvSpPr>
        <p:spPr>
          <a:xfrm>
            <a:off x="1070458" y="4083773"/>
            <a:ext cx="6554763" cy="76944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>
            <a:lvl1pPr>
              <a:buNone/>
              <a:defRPr sz="3600" i="1"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1" u="none" cap="none" spc="0">
                <a:ln>
                  <a:noFill/>
                </a:ln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项目概述</a:t>
            </a:r>
          </a:p>
        </p:txBody>
      </p:sp>
      <p:sp>
        <p:nvSpPr>
          <p:cNvPr id="457" name="矩形 456">
            <a:extLst>
              <a:ext uri="{FF2B5EF4-FFF2-40B4-BE49-F238E27FC236}">
                <a16:creationId xmlns:a16="http://schemas.microsoft.com/office/drawing/2014/main" id="{EE002A4C-9E6B-43B2-B2F7-FFC08E44C2BB}"/>
              </a:ext>
            </a:extLst>
          </p:cNvPr>
          <p:cNvSpPr>
            <a:spLocks noGrp="1"/>
          </p:cNvSpPr>
          <p:nvPr/>
        </p:nvSpPr>
        <p:spPr>
          <a:xfrm>
            <a:off x="0" y="391885"/>
            <a:ext cx="1621972" cy="119744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9307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BCEE6898-555D-4193-B94E-6D861952FCBE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B8F6F4-8E7D-4990-BC81-8E2282851F85}"/>
              </a:ext>
            </a:extLst>
          </p:cNvPr>
          <p:cNvSpPr>
            <a:spLocks noGrp="1"/>
          </p:cNvSpPr>
          <p:nvPr/>
        </p:nvSpPr>
        <p:spPr>
          <a:xfrm>
            <a:off x="7048500" y="1300352"/>
            <a:ext cx="49983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36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智能电影数据挖掘与推荐系统</a:t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283E434F-2523-4B58-86DD-DC3F8BCED54B}"/>
              </a:ext>
            </a:extLst>
          </p:cNvPr>
          <p:cNvSpPr>
            <a:spLocks noGrp="1"/>
          </p:cNvSpPr>
          <p:nvPr/>
        </p:nvSpPr>
        <p:spPr>
          <a:xfrm flipH="1">
            <a:off x="7387770" y="3735853"/>
            <a:ext cx="4775202" cy="1660618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blipFill rotWithShape="0"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5D9952DC-4316-41E7-AFDB-D55E81552DCF}"/>
              </a:ext>
            </a:extLst>
          </p:cNvPr>
          <p:cNvSpPr>
            <a:spLocks noGrp="1"/>
          </p:cNvSpPr>
          <p:nvPr/>
        </p:nvSpPr>
        <p:spPr>
          <a:xfrm>
            <a:off x="7387770" y="2512295"/>
            <a:ext cx="4833257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C50DA83-5F8D-F7E3-4E65-82271992F1B3}"/>
              </a:ext>
            </a:extLst>
          </p:cNvPr>
          <p:cNvSpPr>
            <a:spLocks noGrp="1"/>
          </p:cNvSpPr>
          <p:nvPr/>
        </p:nvSpPr>
        <p:spPr>
          <a:xfrm>
            <a:off x="653142" y="1234772"/>
            <a:ext cx="56085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项目定位: </a:t>
            </a:r>
            <a:r>
              <a:rPr sz="2800">
                <a:solidFill>
                  <a:srgbClr val="1F2329"/>
                </a:solidFill>
                <a:latin typeface="思源宋体 CN Heavy"/>
                <a:ea typeface="思源宋体 CN Heavy"/>
                <a:cs typeface="思源宋体 CN Heavy"/>
              </a:rPr>
              <a:t>从数据清洗到智能推荐的完整电影数据分析平台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313393FB-AAC5-48B6-A679-EC9CA6C7B334}"/>
              </a:ext>
            </a:extLst>
          </p:cNvPr>
          <p:cNvSpPr>
            <a:spLocks noGrp="1"/>
          </p:cNvSpPr>
          <p:nvPr/>
        </p:nvSpPr>
        <p:spPr>
          <a:xfrm>
            <a:off x="653142" y="2258044"/>
            <a:ext cx="544285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D610049-1347-0D3B-9576-1D76BBCFEFED}"/>
              </a:ext>
            </a:extLst>
          </p:cNvPr>
          <p:cNvSpPr>
            <a:spLocks noGrp="1"/>
          </p:cNvSpPr>
          <p:nvPr/>
        </p:nvSpPr>
        <p:spPr>
          <a:xfrm>
            <a:off x="653142" y="2652786"/>
            <a:ext cx="5950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数据来源: </a:t>
            </a:r>
            <a:r>
              <a:rPr sz="2800">
                <a:latin typeface="思源宋体 CN Heavy"/>
                <a:ea typeface="思源宋体 CN Heavy"/>
                <a:cs typeface="思源宋体 CN Heavy"/>
              </a:rPr>
              <a:t>MovieLens &amp; TMDB数据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1A19557-C22B-CB00-8ECD-BA6570C45CA5}"/>
              </a:ext>
            </a:extLst>
          </p:cNvPr>
          <p:cNvSpPr>
            <a:spLocks noGrp="1"/>
          </p:cNvSpPr>
          <p:nvPr/>
        </p:nvSpPr>
        <p:spPr>
          <a:xfrm>
            <a:off x="653142" y="3230571"/>
            <a:ext cx="59508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数据规模: </a:t>
            </a:r>
            <a:r>
              <a:rPr sz="2800" i="1">
                <a:latin typeface="思源宋体 CN Heavy"/>
                <a:ea typeface="思源宋体 CN Heavy"/>
                <a:cs typeface="思源宋体 CN Heavy"/>
              </a:rPr>
              <a:t>9727 部电影 · 610 位用户 · 100,811 条评分 · 3,678 条标签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2FC67EB6-A894-4B1E-A6FA-D0A3DBE6765E}"/>
              </a:ext>
            </a:extLst>
          </p:cNvPr>
          <p:cNvSpPr>
            <a:spLocks noGrp="1"/>
          </p:cNvSpPr>
          <p:nvPr/>
        </p:nvSpPr>
        <p:spPr>
          <a:xfrm>
            <a:off x="653142" y="4250258"/>
            <a:ext cx="5349725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54DB6C1-CD9B-6299-FEEF-007B38F0D283}"/>
              </a:ext>
            </a:extLst>
          </p:cNvPr>
          <p:cNvSpPr>
            <a:spLocks noGrp="1"/>
          </p:cNvSpPr>
          <p:nvPr/>
        </p:nvSpPr>
        <p:spPr>
          <a:xfrm>
            <a:off x="653142" y="4714191"/>
            <a:ext cx="56085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核心能力: </a:t>
            </a:r>
            <a:r>
              <a:rPr sz="2800">
                <a:latin typeface="思源宋体 CN Heavy"/>
                <a:ea typeface="思源宋体 CN Heavy"/>
                <a:cs typeface="思源宋体 CN Heavy"/>
              </a:rPr>
              <a:t>电影检索 · 票房预测 · 混合推荐 · Agent 自然语言问答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A61362D0-1813-4BE2-9C54-D24FAFDD8498}"/>
              </a:ext>
            </a:extLst>
          </p:cNvPr>
          <p:cNvSpPr>
            <a:spLocks noGrp="1"/>
          </p:cNvSpPr>
          <p:nvPr/>
        </p:nvSpPr>
        <p:spPr>
          <a:xfrm>
            <a:off x="653142" y="5737463"/>
            <a:ext cx="544285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896657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A2136A43-BAA1-4BF5-A34C-EDCDCBA1B4A7}"/>
              </a:ext>
            </a:extLst>
          </p:cNvPr>
          <p:cNvSpPr>
            <a:spLocks noGrp="1"/>
          </p:cNvSpPr>
          <p:nvPr/>
        </p:nvSpPr>
        <p:spPr>
          <a:xfrm flipH="1">
            <a:off x="-3258" y="534153"/>
            <a:ext cx="1146629" cy="369332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DD120B3-81EC-4BCB-BE36-54BE196826CE}"/>
              </a:ext>
            </a:extLst>
          </p:cNvPr>
          <p:cNvSpPr>
            <a:spLocks noGrp="1"/>
          </p:cNvSpPr>
          <p:nvPr/>
        </p:nvSpPr>
        <p:spPr>
          <a:xfrm>
            <a:off x="838571" y="451757"/>
            <a:ext cx="61654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1" u="none" cap="none" spc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系统架构: </a:t>
            </a:r>
            <a:r>
              <a:rPr sz="3600" b="0" i="1" u="none" cap="none" spc="0">
                <a:ln>
                  <a:noFill/>
                </a:ln>
                <a:latin typeface="思源宋体 CN Heavy"/>
                <a:ea typeface="思源宋体 CN Heavy"/>
                <a:cs typeface="思源宋体 CN Heavy"/>
              </a:rPr>
              <a:t>三层独立部署</a:t>
            </a: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BA870AD1-D214-4C73-A788-080381B1699F}"/>
              </a:ext>
            </a:extLst>
          </p:cNvPr>
          <p:cNvSpPr>
            <a:spLocks noGrp="1"/>
          </p:cNvSpPr>
          <p:nvPr/>
        </p:nvSpPr>
        <p:spPr>
          <a:xfrm>
            <a:off x="4902459" y="2017486"/>
            <a:ext cx="0" cy="3991428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pic>
        <p:nvPicPr>
          <p:cNvPr id="23" name="图形 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6849" y="1098088"/>
            <a:ext cx="9353179" cy="575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874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直接连接符 387">
            <a:extLst>
              <a:ext uri="{FF2B5EF4-FFF2-40B4-BE49-F238E27FC236}">
                <a16:creationId xmlns:a16="http://schemas.microsoft.com/office/drawing/2014/main" id="{0EBE5C42-8619-4FCC-A8A5-229BA7465FFD}"/>
              </a:ext>
            </a:extLst>
          </p:cNvPr>
          <p:cNvSpPr>
            <a:spLocks noGrp="1"/>
          </p:cNvSpPr>
          <p:nvPr/>
        </p:nvSpPr>
        <p:spPr>
          <a:xfrm>
            <a:off x="10799979" y="0"/>
            <a:ext cx="0" cy="59944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390" name="矩形 389">
            <a:extLst>
              <a:ext uri="{FF2B5EF4-FFF2-40B4-BE49-F238E27FC236}">
                <a16:creationId xmlns:a16="http://schemas.microsoft.com/office/drawing/2014/main" id="{2D1F0AFD-27F0-4CBC-99BE-2B699E6F39AB}"/>
              </a:ext>
            </a:extLst>
          </p:cNvPr>
          <p:cNvSpPr>
            <a:spLocks noGrp="1"/>
          </p:cNvSpPr>
          <p:nvPr/>
        </p:nvSpPr>
        <p:spPr>
          <a:xfrm>
            <a:off x="11322865" y="3976914"/>
            <a:ext cx="343920" cy="343920"/>
          </a:xfrm>
          <a:prstGeom prst="rect">
            <a:avLst/>
          </a:pr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任意多边形: 形状 390">
            <a:extLst>
              <a:ext uri="{FF2B5EF4-FFF2-40B4-BE49-F238E27FC236}">
                <a16:creationId xmlns:a16="http://schemas.microsoft.com/office/drawing/2014/main" id="{F9E66AC5-98AD-4A69-8F99-73567223B2C1}"/>
              </a:ext>
            </a:extLst>
          </p:cNvPr>
          <p:cNvSpPr>
            <a:spLocks noGrp="1"/>
          </p:cNvSpPr>
          <p:nvPr/>
        </p:nvSpPr>
        <p:spPr>
          <a:xfrm>
            <a:off x="10790454" y="4659086"/>
            <a:ext cx="1401546" cy="1567543"/>
          </a:xfrm>
          <a:custGeom>
            <a:avLst/>
            <a:gdLst/>
            <a:ahLst/>
            <a:cxnLst/>
            <a:rect l="l" t="t" r="r" b="b"/>
            <a:pathLst>
              <a:path w="1401546" h="1567543">
                <a:moveTo>
                  <a:pt x="0" y="0"/>
                </a:moveTo>
                <a:lnTo>
                  <a:pt x="1401546" y="0"/>
                </a:lnTo>
                <a:lnTo>
                  <a:pt x="1401546" y="1567543"/>
                </a:lnTo>
                <a:lnTo>
                  <a:pt x="0" y="15675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任意多边形: 形状 391">
            <a:extLst>
              <a:ext uri="{FF2B5EF4-FFF2-40B4-BE49-F238E27FC236}">
                <a16:creationId xmlns:a16="http://schemas.microsoft.com/office/drawing/2014/main" id="{916C10A4-F963-4066-B5A8-8E8507EECD7C}"/>
              </a:ext>
            </a:extLst>
          </p:cNvPr>
          <p:cNvSpPr>
            <a:spLocks noGrp="1"/>
          </p:cNvSpPr>
          <p:nvPr/>
        </p:nvSpPr>
        <p:spPr>
          <a:xfrm>
            <a:off x="10790454" y="6437135"/>
            <a:ext cx="1401546" cy="420865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4" name="图形 39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93697" y="4853214"/>
            <a:ext cx="404586" cy="404586"/>
          </a:xfrm>
          <a:prstGeom prst="rect">
            <a:avLst/>
          </a:prstGeom>
        </p:spPr>
      </p:pic>
      <p:pic>
        <p:nvPicPr>
          <p:cNvPr id="465" name="图形 39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11224396" y="5424082"/>
            <a:ext cx="570318" cy="570318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3C220AD9-5C2A-4B07-959D-3BE26F80A24B}"/>
              </a:ext>
            </a:extLst>
          </p:cNvPr>
          <p:cNvSpPr>
            <a:spLocks noGrp="1"/>
          </p:cNvSpPr>
          <p:nvPr/>
        </p:nvSpPr>
        <p:spPr>
          <a:xfrm rot="5400000">
            <a:off x="9792324" y="1412334"/>
            <a:ext cx="3424444" cy="599777"/>
          </a:xfrm>
          <a:custGeom>
            <a:avLst/>
            <a:gdLst/>
            <a:ahLst/>
            <a:cxnLst/>
            <a:rect l="l" t="t" r="r" b="b"/>
            <a:pathLst>
              <a:path w="3424444" h="599777">
                <a:moveTo>
                  <a:pt x="3019260" y="299516"/>
                </a:moveTo>
                <a:cubicBezTo>
                  <a:pt x="3019260" y="351854"/>
                  <a:pt x="3024035" y="398425"/>
                  <a:pt x="3033585" y="439229"/>
                </a:cubicBezTo>
                <a:cubicBezTo>
                  <a:pt x="3043135" y="480032"/>
                  <a:pt x="3057894" y="512154"/>
                  <a:pt x="3077861" y="535595"/>
                </a:cubicBezTo>
                <a:cubicBezTo>
                  <a:pt x="3097829" y="559035"/>
                  <a:pt x="3123440" y="570755"/>
                  <a:pt x="3154693" y="570755"/>
                </a:cubicBezTo>
                <a:cubicBezTo>
                  <a:pt x="3185700" y="570755"/>
                  <a:pt x="3211187" y="559035"/>
                  <a:pt x="3231154" y="535595"/>
                </a:cubicBezTo>
                <a:cubicBezTo>
                  <a:pt x="3251122" y="512154"/>
                  <a:pt x="3266005" y="480032"/>
                  <a:pt x="3275802" y="439229"/>
                </a:cubicBezTo>
                <a:cubicBezTo>
                  <a:pt x="3285601" y="398425"/>
                  <a:pt x="3290499" y="351854"/>
                  <a:pt x="3290499" y="299516"/>
                </a:cubicBezTo>
                <a:cubicBezTo>
                  <a:pt x="3290499" y="247674"/>
                  <a:pt x="3285601" y="201352"/>
                  <a:pt x="3275802" y="160548"/>
                </a:cubicBezTo>
                <a:cubicBezTo>
                  <a:pt x="3266005" y="119744"/>
                  <a:pt x="3251122" y="87622"/>
                  <a:pt x="3231154" y="64182"/>
                </a:cubicBezTo>
                <a:cubicBezTo>
                  <a:pt x="3211187" y="40741"/>
                  <a:pt x="3185700" y="29021"/>
                  <a:pt x="3154693" y="29021"/>
                </a:cubicBezTo>
                <a:cubicBezTo>
                  <a:pt x="3123440" y="29021"/>
                  <a:pt x="3097829" y="40741"/>
                  <a:pt x="3077861" y="64182"/>
                </a:cubicBezTo>
                <a:cubicBezTo>
                  <a:pt x="3057894" y="87622"/>
                  <a:pt x="3043135" y="119744"/>
                  <a:pt x="3033585" y="160548"/>
                </a:cubicBezTo>
                <a:cubicBezTo>
                  <a:pt x="3024035" y="201352"/>
                  <a:pt x="3019260" y="247674"/>
                  <a:pt x="3019260" y="299516"/>
                </a:cubicBezTo>
                <a:close/>
                <a:moveTo>
                  <a:pt x="2884198" y="299516"/>
                </a:moveTo>
                <a:cubicBezTo>
                  <a:pt x="2884198" y="250403"/>
                  <a:pt x="2891516" y="207181"/>
                  <a:pt x="2906151" y="169850"/>
                </a:cubicBezTo>
                <a:cubicBezTo>
                  <a:pt x="2920786" y="132519"/>
                  <a:pt x="2940753" y="101265"/>
                  <a:pt x="2966054" y="76088"/>
                </a:cubicBezTo>
                <a:cubicBezTo>
                  <a:pt x="2991355" y="50911"/>
                  <a:pt x="3020190" y="31936"/>
                  <a:pt x="3052560" y="19161"/>
                </a:cubicBezTo>
                <a:cubicBezTo>
                  <a:pt x="3084930" y="6387"/>
                  <a:pt x="3118975" y="0"/>
                  <a:pt x="3154693" y="0"/>
                </a:cubicBezTo>
                <a:cubicBezTo>
                  <a:pt x="3190412" y="0"/>
                  <a:pt x="3224519" y="6325"/>
                  <a:pt x="3257013" y="18975"/>
                </a:cubicBezTo>
                <a:cubicBezTo>
                  <a:pt x="3289507" y="31626"/>
                  <a:pt x="3318281" y="50539"/>
                  <a:pt x="3343333" y="75716"/>
                </a:cubicBezTo>
                <a:cubicBezTo>
                  <a:pt x="3368386" y="100893"/>
                  <a:pt x="3388168" y="132146"/>
                  <a:pt x="3402678" y="169478"/>
                </a:cubicBezTo>
                <a:cubicBezTo>
                  <a:pt x="3417189" y="206809"/>
                  <a:pt x="3424444" y="250155"/>
                  <a:pt x="3424444" y="299516"/>
                </a:cubicBezTo>
                <a:cubicBezTo>
                  <a:pt x="3424444" y="349125"/>
                  <a:pt x="3417251" y="392658"/>
                  <a:pt x="3402864" y="430113"/>
                </a:cubicBezTo>
                <a:cubicBezTo>
                  <a:pt x="3388478" y="467568"/>
                  <a:pt x="3368758" y="498884"/>
                  <a:pt x="3343705" y="524061"/>
                </a:cubicBezTo>
                <a:cubicBezTo>
                  <a:pt x="3318653" y="549237"/>
                  <a:pt x="3289879" y="568151"/>
                  <a:pt x="3257385" y="580801"/>
                </a:cubicBezTo>
                <a:cubicBezTo>
                  <a:pt x="3224891" y="593452"/>
                  <a:pt x="3190660" y="599777"/>
                  <a:pt x="3154693" y="599777"/>
                </a:cubicBezTo>
                <a:cubicBezTo>
                  <a:pt x="3118975" y="599777"/>
                  <a:pt x="3084869" y="593452"/>
                  <a:pt x="3052374" y="580801"/>
                </a:cubicBezTo>
                <a:cubicBezTo>
                  <a:pt x="3019880" y="568151"/>
                  <a:pt x="2990983" y="549299"/>
                  <a:pt x="2965682" y="524247"/>
                </a:cubicBezTo>
                <a:cubicBezTo>
                  <a:pt x="2940381" y="499194"/>
                  <a:pt x="2920475" y="467878"/>
                  <a:pt x="2905964" y="430299"/>
                </a:cubicBezTo>
                <a:cubicBezTo>
                  <a:pt x="2891454" y="392720"/>
                  <a:pt x="2884198" y="349125"/>
                  <a:pt x="2884198" y="299516"/>
                </a:cubicBezTo>
                <a:close/>
                <a:moveTo>
                  <a:pt x="2010428" y="41299"/>
                </a:moveTo>
                <a:lnTo>
                  <a:pt x="2010428" y="15254"/>
                </a:lnTo>
                <a:lnTo>
                  <a:pt x="2268273" y="15254"/>
                </a:lnTo>
                <a:lnTo>
                  <a:pt x="2268273" y="41299"/>
                </a:lnTo>
                <a:lnTo>
                  <a:pt x="2196464" y="47997"/>
                </a:lnTo>
                <a:lnTo>
                  <a:pt x="2301015" y="452065"/>
                </a:lnTo>
                <a:lnTo>
                  <a:pt x="2415241" y="49485"/>
                </a:lnTo>
                <a:lnTo>
                  <a:pt x="2343431" y="41299"/>
                </a:lnTo>
                <a:lnTo>
                  <a:pt x="2343431" y="15254"/>
                </a:lnTo>
                <a:lnTo>
                  <a:pt x="2592718" y="15254"/>
                </a:lnTo>
                <a:lnTo>
                  <a:pt x="2592718" y="41299"/>
                </a:lnTo>
                <a:lnTo>
                  <a:pt x="2511979" y="50229"/>
                </a:lnTo>
                <a:lnTo>
                  <a:pt x="2624717" y="453553"/>
                </a:lnTo>
                <a:lnTo>
                  <a:pt x="2729268" y="50973"/>
                </a:lnTo>
                <a:lnTo>
                  <a:pt x="2657459" y="41299"/>
                </a:lnTo>
                <a:lnTo>
                  <a:pt x="2657459" y="15254"/>
                </a:lnTo>
                <a:lnTo>
                  <a:pt x="2841261" y="15254"/>
                </a:lnTo>
                <a:lnTo>
                  <a:pt x="2841261" y="41299"/>
                </a:lnTo>
                <a:lnTo>
                  <a:pt x="2771684" y="50973"/>
                </a:lnTo>
                <a:lnTo>
                  <a:pt x="2618019" y="586010"/>
                </a:lnTo>
                <a:lnTo>
                  <a:pt x="2546954" y="586010"/>
                </a:lnTo>
                <a:lnTo>
                  <a:pt x="2418962" y="159246"/>
                </a:lnTo>
                <a:lnTo>
                  <a:pt x="2290969" y="586010"/>
                </a:lnTo>
                <a:lnTo>
                  <a:pt x="2221764" y="586010"/>
                </a:lnTo>
                <a:lnTo>
                  <a:pt x="2062518" y="46508"/>
                </a:lnTo>
                <a:close/>
                <a:moveTo>
                  <a:pt x="1478293" y="178221"/>
                </a:moveTo>
                <a:lnTo>
                  <a:pt x="1481270" y="15254"/>
                </a:lnTo>
                <a:lnTo>
                  <a:pt x="1984309" y="15254"/>
                </a:lnTo>
                <a:lnTo>
                  <a:pt x="1987286" y="178221"/>
                </a:lnTo>
                <a:lnTo>
                  <a:pt x="1943009" y="178221"/>
                </a:lnTo>
                <a:lnTo>
                  <a:pt x="1904314" y="45020"/>
                </a:lnTo>
                <a:lnTo>
                  <a:pt x="1798274" y="45020"/>
                </a:lnTo>
                <a:cubicBezTo>
                  <a:pt x="1797530" y="84211"/>
                  <a:pt x="1797096" y="123651"/>
                  <a:pt x="1796972" y="163338"/>
                </a:cubicBezTo>
                <a:cubicBezTo>
                  <a:pt x="1796847" y="203026"/>
                  <a:pt x="1796786" y="243085"/>
                  <a:pt x="1796786" y="283517"/>
                </a:cubicBezTo>
                <a:lnTo>
                  <a:pt x="1796786" y="316259"/>
                </a:lnTo>
                <a:cubicBezTo>
                  <a:pt x="1796786" y="355203"/>
                  <a:pt x="1796847" y="394332"/>
                  <a:pt x="1796972" y="433647"/>
                </a:cubicBezTo>
                <a:cubicBezTo>
                  <a:pt x="1797096" y="472963"/>
                  <a:pt x="1797530" y="512092"/>
                  <a:pt x="1798274" y="551036"/>
                </a:cubicBezTo>
                <a:lnTo>
                  <a:pt x="1876037" y="558477"/>
                </a:lnTo>
                <a:lnTo>
                  <a:pt x="1876037" y="584522"/>
                </a:lnTo>
                <a:lnTo>
                  <a:pt x="1589542" y="584522"/>
                </a:lnTo>
                <a:lnTo>
                  <a:pt x="1589542" y="558477"/>
                </a:lnTo>
                <a:lnTo>
                  <a:pt x="1666561" y="551036"/>
                </a:lnTo>
                <a:cubicBezTo>
                  <a:pt x="1667305" y="512836"/>
                  <a:pt x="1667739" y="474203"/>
                  <a:pt x="1667863" y="435136"/>
                </a:cubicBezTo>
                <a:cubicBezTo>
                  <a:pt x="1667987" y="396068"/>
                  <a:pt x="1668049" y="356691"/>
                  <a:pt x="1668049" y="317003"/>
                </a:cubicBezTo>
                <a:lnTo>
                  <a:pt x="1668049" y="283517"/>
                </a:lnTo>
                <a:cubicBezTo>
                  <a:pt x="1668049" y="243582"/>
                  <a:pt x="1667987" y="203646"/>
                  <a:pt x="1667863" y="163710"/>
                </a:cubicBezTo>
                <a:cubicBezTo>
                  <a:pt x="1667739" y="123775"/>
                  <a:pt x="1667305" y="84211"/>
                  <a:pt x="1666561" y="45020"/>
                </a:cubicBezTo>
                <a:lnTo>
                  <a:pt x="1561265" y="45020"/>
                </a:lnTo>
                <a:lnTo>
                  <a:pt x="1523314" y="178221"/>
                </a:lnTo>
                <a:close/>
                <a:moveTo>
                  <a:pt x="744868" y="178221"/>
                </a:moveTo>
                <a:lnTo>
                  <a:pt x="747845" y="15254"/>
                </a:lnTo>
                <a:lnTo>
                  <a:pt x="1250884" y="15254"/>
                </a:lnTo>
                <a:lnTo>
                  <a:pt x="1253861" y="178221"/>
                </a:lnTo>
                <a:lnTo>
                  <a:pt x="1209584" y="178221"/>
                </a:lnTo>
                <a:lnTo>
                  <a:pt x="1170889" y="45020"/>
                </a:lnTo>
                <a:lnTo>
                  <a:pt x="1064849" y="45020"/>
                </a:lnTo>
                <a:cubicBezTo>
                  <a:pt x="1064105" y="84211"/>
                  <a:pt x="1063671" y="123651"/>
                  <a:pt x="1063547" y="163338"/>
                </a:cubicBezTo>
                <a:cubicBezTo>
                  <a:pt x="1063423" y="203026"/>
                  <a:pt x="1063361" y="243085"/>
                  <a:pt x="1063361" y="283517"/>
                </a:cubicBezTo>
                <a:lnTo>
                  <a:pt x="1063361" y="316259"/>
                </a:lnTo>
                <a:cubicBezTo>
                  <a:pt x="1063361" y="355203"/>
                  <a:pt x="1063423" y="394332"/>
                  <a:pt x="1063547" y="433647"/>
                </a:cubicBezTo>
                <a:cubicBezTo>
                  <a:pt x="1063671" y="472963"/>
                  <a:pt x="1064105" y="512092"/>
                  <a:pt x="1064849" y="551036"/>
                </a:cubicBezTo>
                <a:lnTo>
                  <a:pt x="1142612" y="558477"/>
                </a:lnTo>
                <a:lnTo>
                  <a:pt x="1142612" y="584522"/>
                </a:lnTo>
                <a:lnTo>
                  <a:pt x="856117" y="584522"/>
                </a:lnTo>
                <a:lnTo>
                  <a:pt x="856117" y="558477"/>
                </a:lnTo>
                <a:lnTo>
                  <a:pt x="933136" y="551036"/>
                </a:lnTo>
                <a:cubicBezTo>
                  <a:pt x="933880" y="512836"/>
                  <a:pt x="934314" y="474203"/>
                  <a:pt x="934438" y="435136"/>
                </a:cubicBezTo>
                <a:cubicBezTo>
                  <a:pt x="934562" y="396068"/>
                  <a:pt x="934624" y="356691"/>
                  <a:pt x="934624" y="317003"/>
                </a:cubicBezTo>
                <a:lnTo>
                  <a:pt x="934624" y="283517"/>
                </a:lnTo>
                <a:cubicBezTo>
                  <a:pt x="934624" y="243582"/>
                  <a:pt x="934562" y="203646"/>
                  <a:pt x="934438" y="163710"/>
                </a:cubicBezTo>
                <a:cubicBezTo>
                  <a:pt x="934314" y="123775"/>
                  <a:pt x="933880" y="84211"/>
                  <a:pt x="933136" y="45020"/>
                </a:cubicBezTo>
                <a:lnTo>
                  <a:pt x="827840" y="45020"/>
                </a:lnTo>
                <a:lnTo>
                  <a:pt x="789889" y="178221"/>
                </a:lnTo>
                <a:close/>
                <a:moveTo>
                  <a:pt x="364538" y="287238"/>
                </a:moveTo>
                <a:lnTo>
                  <a:pt x="409559" y="287238"/>
                </a:lnTo>
                <a:cubicBezTo>
                  <a:pt x="438084" y="287238"/>
                  <a:pt x="460966" y="281533"/>
                  <a:pt x="478206" y="270123"/>
                </a:cubicBezTo>
                <a:cubicBezTo>
                  <a:pt x="495445" y="258712"/>
                  <a:pt x="508033" y="243396"/>
                  <a:pt x="515971" y="224172"/>
                </a:cubicBezTo>
                <a:cubicBezTo>
                  <a:pt x="523908" y="204948"/>
                  <a:pt x="527877" y="183802"/>
                  <a:pt x="527877" y="160734"/>
                </a:cubicBezTo>
                <a:cubicBezTo>
                  <a:pt x="527877" y="123031"/>
                  <a:pt x="517893" y="94195"/>
                  <a:pt x="497925" y="74228"/>
                </a:cubicBezTo>
                <a:cubicBezTo>
                  <a:pt x="477958" y="54260"/>
                  <a:pt x="448750" y="44276"/>
                  <a:pt x="410303" y="44276"/>
                </a:cubicBezTo>
                <a:lnTo>
                  <a:pt x="366771" y="44276"/>
                </a:lnTo>
                <a:cubicBezTo>
                  <a:pt x="365778" y="82723"/>
                  <a:pt x="365158" y="121915"/>
                  <a:pt x="364910" y="161850"/>
                </a:cubicBezTo>
                <a:cubicBezTo>
                  <a:pt x="364662" y="201786"/>
                  <a:pt x="364538" y="243582"/>
                  <a:pt x="364538" y="287238"/>
                </a:cubicBezTo>
                <a:close/>
                <a:moveTo>
                  <a:pt x="168085" y="584522"/>
                </a:moveTo>
                <a:lnTo>
                  <a:pt x="168085" y="558477"/>
                </a:lnTo>
                <a:lnTo>
                  <a:pt x="236546" y="551780"/>
                </a:lnTo>
                <a:cubicBezTo>
                  <a:pt x="237786" y="513333"/>
                  <a:pt x="238468" y="474513"/>
                  <a:pt x="238593" y="435322"/>
                </a:cubicBezTo>
                <a:cubicBezTo>
                  <a:pt x="238716" y="396130"/>
                  <a:pt x="238779" y="356691"/>
                  <a:pt x="238779" y="317003"/>
                </a:cubicBezTo>
                <a:lnTo>
                  <a:pt x="238779" y="283517"/>
                </a:lnTo>
                <a:cubicBezTo>
                  <a:pt x="238779" y="243830"/>
                  <a:pt x="238716" y="204328"/>
                  <a:pt x="238593" y="165013"/>
                </a:cubicBezTo>
                <a:cubicBezTo>
                  <a:pt x="238468" y="125697"/>
                  <a:pt x="237786" y="86444"/>
                  <a:pt x="236546" y="47252"/>
                </a:cubicBezTo>
                <a:lnTo>
                  <a:pt x="168085" y="41299"/>
                </a:lnTo>
                <a:lnTo>
                  <a:pt x="168085" y="15254"/>
                </a:lnTo>
                <a:lnTo>
                  <a:pt x="442301" y="15254"/>
                </a:lnTo>
                <a:cubicBezTo>
                  <a:pt x="509521" y="15254"/>
                  <a:pt x="560867" y="27781"/>
                  <a:pt x="596338" y="52834"/>
                </a:cubicBezTo>
                <a:cubicBezTo>
                  <a:pt x="631809" y="77886"/>
                  <a:pt x="649544" y="113109"/>
                  <a:pt x="649544" y="158501"/>
                </a:cubicBezTo>
                <a:cubicBezTo>
                  <a:pt x="649544" y="179337"/>
                  <a:pt x="644335" y="199243"/>
                  <a:pt x="633917" y="218219"/>
                </a:cubicBezTo>
                <a:cubicBezTo>
                  <a:pt x="623499" y="237194"/>
                  <a:pt x="606446" y="253689"/>
                  <a:pt x="582757" y="267704"/>
                </a:cubicBezTo>
                <a:cubicBezTo>
                  <a:pt x="559069" y="281719"/>
                  <a:pt x="527257" y="291827"/>
                  <a:pt x="487321" y="298028"/>
                </a:cubicBezTo>
                <a:cubicBezTo>
                  <a:pt x="520560" y="302493"/>
                  <a:pt x="546480" y="310244"/>
                  <a:pt x="565084" y="321282"/>
                </a:cubicBezTo>
                <a:cubicBezTo>
                  <a:pt x="583687" y="332320"/>
                  <a:pt x="597392" y="346769"/>
                  <a:pt x="606198" y="364628"/>
                </a:cubicBezTo>
                <a:cubicBezTo>
                  <a:pt x="615003" y="382488"/>
                  <a:pt x="621639" y="403944"/>
                  <a:pt x="626104" y="428997"/>
                </a:cubicBezTo>
                <a:lnTo>
                  <a:pt x="651033" y="554756"/>
                </a:lnTo>
                <a:lnTo>
                  <a:pt x="719121" y="558477"/>
                </a:lnTo>
                <a:lnTo>
                  <a:pt x="719121" y="584522"/>
                </a:lnTo>
                <a:cubicBezTo>
                  <a:pt x="703494" y="588243"/>
                  <a:pt x="689232" y="591095"/>
                  <a:pt x="676333" y="593080"/>
                </a:cubicBezTo>
                <a:cubicBezTo>
                  <a:pt x="663435" y="595064"/>
                  <a:pt x="647436" y="596056"/>
                  <a:pt x="628336" y="596056"/>
                </a:cubicBezTo>
                <a:cubicBezTo>
                  <a:pt x="593361" y="596056"/>
                  <a:pt x="566138" y="590041"/>
                  <a:pt x="546667" y="578011"/>
                </a:cubicBezTo>
                <a:cubicBezTo>
                  <a:pt x="527195" y="565981"/>
                  <a:pt x="515599" y="544586"/>
                  <a:pt x="511878" y="513829"/>
                </a:cubicBezTo>
                <a:lnTo>
                  <a:pt x="489554" y="408533"/>
                </a:lnTo>
                <a:cubicBezTo>
                  <a:pt x="484345" y="377279"/>
                  <a:pt x="475787" y="353962"/>
                  <a:pt x="463881" y="338583"/>
                </a:cubicBezTo>
                <a:cubicBezTo>
                  <a:pt x="451975" y="323205"/>
                  <a:pt x="431387" y="315515"/>
                  <a:pt x="402117" y="315515"/>
                </a:cubicBezTo>
                <a:lnTo>
                  <a:pt x="364538" y="315515"/>
                </a:lnTo>
                <a:cubicBezTo>
                  <a:pt x="364538" y="355451"/>
                  <a:pt x="364662" y="395076"/>
                  <a:pt x="364910" y="434392"/>
                </a:cubicBezTo>
                <a:cubicBezTo>
                  <a:pt x="365158" y="473707"/>
                  <a:pt x="365778" y="512836"/>
                  <a:pt x="366771" y="551780"/>
                </a:cubicBezTo>
                <a:lnTo>
                  <a:pt x="437092" y="558477"/>
                </a:lnTo>
                <a:lnTo>
                  <a:pt x="437092" y="584522"/>
                </a:lnTo>
                <a:close/>
                <a:moveTo>
                  <a:pt x="0" y="584522"/>
                </a:moveTo>
                <a:lnTo>
                  <a:pt x="0" y="358490"/>
                </a:lnTo>
                <a:lnTo>
                  <a:pt x="65543" y="551780"/>
                </a:lnTo>
                <a:lnTo>
                  <a:pt x="126562" y="558477"/>
                </a:lnTo>
                <a:lnTo>
                  <a:pt x="126562" y="584522"/>
                </a:lnTo>
                <a:close/>
              </a:path>
            </a:pathLst>
          </a:cu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>
            <a:lvl1pPr>
              <a:buNone/>
              <a:defRPr sz="6000">
                <a:solidFill>
                  <a:schemeClr val="accent2">
                    <a:lumMod val="10000"/>
                    <a:lumOff val="9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任意多边形: 形状 395">
            <a:extLst>
              <a:ext uri="{FF2B5EF4-FFF2-40B4-BE49-F238E27FC236}">
                <a16:creationId xmlns:a16="http://schemas.microsoft.com/office/drawing/2014/main" id="{B47668AA-1728-4EA7-A177-AF87503DAEE0}"/>
              </a:ext>
            </a:extLst>
          </p:cNvPr>
          <p:cNvSpPr>
            <a:spLocks noGrp="1"/>
          </p:cNvSpPr>
          <p:nvPr/>
        </p:nvSpPr>
        <p:spPr>
          <a:xfrm>
            <a:off x="0" y="1544077"/>
            <a:ext cx="9160238" cy="1923810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任意多边形: 形状 396">
            <a:extLst>
              <a:ext uri="{FF2B5EF4-FFF2-40B4-BE49-F238E27FC236}">
                <a16:creationId xmlns:a16="http://schemas.microsoft.com/office/drawing/2014/main" id="{9EF9448D-4051-43BC-9471-3B5974A96435}"/>
              </a:ext>
            </a:extLst>
          </p:cNvPr>
          <p:cNvSpPr>
            <a:spLocks noGrp="1"/>
          </p:cNvSpPr>
          <p:nvPr/>
        </p:nvSpPr>
        <p:spPr>
          <a:xfrm>
            <a:off x="-1" y="1872352"/>
            <a:ext cx="943423" cy="1204686"/>
          </a:xfrm>
          <a:custGeom>
            <a:avLst/>
            <a:gdLst/>
            <a:ahLst/>
            <a:cxnLst/>
            <a:rect l="l" t="t" r="r" b="b"/>
            <a:pathLst>
              <a:path w="924247" h="1204686">
                <a:moveTo>
                  <a:pt x="0" y="0"/>
                </a:moveTo>
                <a:lnTo>
                  <a:pt x="924247" y="0"/>
                </a:lnTo>
                <a:lnTo>
                  <a:pt x="924247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任意多边形: 形状 397">
            <a:extLst>
              <a:ext uri="{FF2B5EF4-FFF2-40B4-BE49-F238E27FC236}">
                <a16:creationId xmlns:a16="http://schemas.microsoft.com/office/drawing/2014/main" id="{8B7C6D15-54BC-4396-9E15-9FF286D7A262}"/>
              </a:ext>
            </a:extLst>
          </p:cNvPr>
          <p:cNvSpPr>
            <a:spLocks noGrp="1"/>
          </p:cNvSpPr>
          <p:nvPr/>
        </p:nvSpPr>
        <p:spPr>
          <a:xfrm>
            <a:off x="1117683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任意多边形: 形状 398">
            <a:extLst>
              <a:ext uri="{FF2B5EF4-FFF2-40B4-BE49-F238E27FC236}">
                <a16:creationId xmlns:a16="http://schemas.microsoft.com/office/drawing/2014/main" id="{243B4E70-88EA-4521-A1AD-11367D604217}"/>
              </a:ext>
            </a:extLst>
          </p:cNvPr>
          <p:cNvSpPr>
            <a:spLocks noGrp="1"/>
          </p:cNvSpPr>
          <p:nvPr/>
        </p:nvSpPr>
        <p:spPr>
          <a:xfrm>
            <a:off x="3094661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7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任意多边形: 形状 399">
            <a:extLst>
              <a:ext uri="{FF2B5EF4-FFF2-40B4-BE49-F238E27FC236}">
                <a16:creationId xmlns:a16="http://schemas.microsoft.com/office/drawing/2014/main" id="{19003BE4-6A7B-4179-8F3D-E27E2A39A0C3}"/>
              </a:ext>
            </a:extLst>
          </p:cNvPr>
          <p:cNvSpPr>
            <a:spLocks noGrp="1"/>
          </p:cNvSpPr>
          <p:nvPr/>
        </p:nvSpPr>
        <p:spPr>
          <a:xfrm>
            <a:off x="5071638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8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任意多边形: 形状 434">
            <a:extLst>
              <a:ext uri="{FF2B5EF4-FFF2-40B4-BE49-F238E27FC236}">
                <a16:creationId xmlns:a16="http://schemas.microsoft.com/office/drawing/2014/main" id="{C5BDA31F-B105-44B9-9826-671E4B1AFF76}"/>
              </a:ext>
            </a:extLst>
          </p:cNvPr>
          <p:cNvSpPr>
            <a:spLocks noGrp="1"/>
          </p:cNvSpPr>
          <p:nvPr/>
        </p:nvSpPr>
        <p:spPr>
          <a:xfrm>
            <a:off x="7042232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9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文本框 454">
            <a:extLst>
              <a:ext uri="{FF2B5EF4-FFF2-40B4-BE49-F238E27FC236}">
                <a16:creationId xmlns:a16="http://schemas.microsoft.com/office/drawing/2014/main" id="{1AA02299-8BF9-4B9D-AE27-DB8ED028941D}"/>
              </a:ext>
            </a:extLst>
          </p:cNvPr>
          <p:cNvSpPr>
            <a:spLocks noGrp="1"/>
          </p:cNvSpPr>
          <p:nvPr/>
        </p:nvSpPr>
        <p:spPr>
          <a:xfrm>
            <a:off x="1070458" y="3760607"/>
            <a:ext cx="10153938" cy="64633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>
            <a:lvl1pPr>
              <a:buNone/>
              <a:defRPr sz="6000" i="1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1" u="none" cap="none" spc="0">
                <a:ln>
                  <a:noFill/>
                </a:ln>
                <a:solidFill>
                  <a:srgbClr val="A67B49">
                    <a:lumMod val="40000"/>
                    <a:lumOff val="60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The Processing of Data</a:t>
            </a:r>
          </a:p>
        </p:txBody>
      </p:sp>
      <p:sp>
        <p:nvSpPr>
          <p:cNvPr id="456" name="直接连接符 455">
            <a:extLst>
              <a:ext uri="{FF2B5EF4-FFF2-40B4-BE49-F238E27FC236}">
                <a16:creationId xmlns:a16="http://schemas.microsoft.com/office/drawing/2014/main" id="{52F3E60F-5CC5-4857-8E33-2C06F5DEC378}"/>
              </a:ext>
            </a:extLst>
          </p:cNvPr>
          <p:cNvSpPr>
            <a:spLocks noGrp="1"/>
          </p:cNvSpPr>
          <p:nvPr/>
        </p:nvSpPr>
        <p:spPr>
          <a:xfrm>
            <a:off x="0" y="6393593"/>
            <a:ext cx="391479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454" name="文本框 453">
            <a:extLst>
              <a:ext uri="{FF2B5EF4-FFF2-40B4-BE49-F238E27FC236}">
                <a16:creationId xmlns:a16="http://schemas.microsoft.com/office/drawing/2014/main" id="{8309D8CD-1FB4-4DAF-BA78-E85941145248}"/>
              </a:ext>
            </a:extLst>
          </p:cNvPr>
          <p:cNvSpPr>
            <a:spLocks noGrp="1"/>
          </p:cNvSpPr>
          <p:nvPr/>
        </p:nvSpPr>
        <p:spPr>
          <a:xfrm>
            <a:off x="1070458" y="4083773"/>
            <a:ext cx="6554763" cy="76944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>
            <a:lvl1pPr>
              <a:buNone/>
              <a:defRPr sz="3600" i="1"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数据处理</a:t>
            </a:r>
          </a:p>
        </p:txBody>
      </p:sp>
      <p:sp>
        <p:nvSpPr>
          <p:cNvPr id="457" name="矩形 456">
            <a:extLst>
              <a:ext uri="{FF2B5EF4-FFF2-40B4-BE49-F238E27FC236}">
                <a16:creationId xmlns:a16="http://schemas.microsoft.com/office/drawing/2014/main" id="{8AE9D58F-9758-49E9-A9BF-06D876EB332A}"/>
              </a:ext>
            </a:extLst>
          </p:cNvPr>
          <p:cNvSpPr>
            <a:spLocks noGrp="1"/>
          </p:cNvSpPr>
          <p:nvPr/>
        </p:nvSpPr>
        <p:spPr>
          <a:xfrm>
            <a:off x="0" y="391885"/>
            <a:ext cx="1621972" cy="119744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0981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8AACC3E5-F8CE-06AB-2222-912EF4C8F6FA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679B27-05B9-0208-6537-EAB4B805DB5A}"/>
              </a:ext>
            </a:extLst>
          </p:cNvPr>
          <p:cNvSpPr>
            <a:spLocks noGrp="1"/>
          </p:cNvSpPr>
          <p:nvPr/>
        </p:nvSpPr>
        <p:spPr>
          <a:xfrm>
            <a:off x="7276193" y="1363852"/>
            <a:ext cx="49983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3200" b="1">
                <a:solidFill>
                  <a:schemeClr val="accent3">
                    <a:lumMod val="75000"/>
                  </a:schemeClr>
                </a:solidFill>
              </a:rPr>
              <a:t>多源数据融合</a:t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627A7C6-2922-C504-A478-94E21D9F9F61}"/>
              </a:ext>
            </a:extLst>
          </p:cNvPr>
          <p:cNvSpPr>
            <a:spLocks noGrp="1"/>
          </p:cNvSpPr>
          <p:nvPr/>
        </p:nvSpPr>
        <p:spPr>
          <a:xfrm flipH="1">
            <a:off x="7387770" y="3735853"/>
            <a:ext cx="4775202" cy="1660618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blipFill rotWithShape="0"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A63F2182-FF8F-458E-8A82-46264B675579}"/>
              </a:ext>
            </a:extLst>
          </p:cNvPr>
          <p:cNvSpPr>
            <a:spLocks noGrp="1"/>
          </p:cNvSpPr>
          <p:nvPr/>
        </p:nvSpPr>
        <p:spPr>
          <a:xfrm>
            <a:off x="7467600" y="1885127"/>
            <a:ext cx="4724400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4440053-8723-4969-F05A-3AB08365E7ED}"/>
              </a:ext>
            </a:extLst>
          </p:cNvPr>
          <p:cNvSpPr>
            <a:spLocks noGrp="1"/>
          </p:cNvSpPr>
          <p:nvPr/>
        </p:nvSpPr>
        <p:spPr>
          <a:xfrm>
            <a:off x="653141" y="1350663"/>
            <a:ext cx="673191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主数据集: </a:t>
            </a:r>
            <a:r>
              <a:rPr sz="2800">
                <a:latin typeface="思源宋体 CN Heavy"/>
                <a:ea typeface="思源宋体 CN Heavy"/>
                <a:cs typeface="思源宋体 CN Heavy"/>
              </a:rPr>
              <a:t>MovieLens</a:t>
            </a:r>
          </a:p>
          <a:p>
            <a:pPr>
              <a:buNone/>
            </a:pPr>
            <a:r>
              <a:rPr sz="2400">
                <a:latin typeface="思源宋体 CN Heavy"/>
                <a:ea typeface="思源宋体 CN Heavy"/>
                <a:cs typeface="思源宋体 CN Heavy"/>
              </a:rPr>
              <a:t>用来获取用户评分、电影类型、用户标签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F208BB-32A4-3EF1-9704-F91587BBF4B3}"/>
              </a:ext>
            </a:extLst>
          </p:cNvPr>
          <p:cNvSpPr>
            <a:spLocks noGrp="1"/>
          </p:cNvSpPr>
          <p:nvPr/>
        </p:nvSpPr>
        <p:spPr>
          <a:xfrm>
            <a:off x="653140" y="2760261"/>
            <a:ext cx="6230258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TMDB API:</a:t>
            </a:r>
          </a:p>
          <a:p>
            <a:pPr>
              <a:buNone/>
            </a:pPr>
            <a:r>
              <a:rPr sz="2400">
                <a:latin typeface="思源宋体 CN Heavy"/>
                <a:ea typeface="思源宋体 CN Heavy"/>
                <a:cs typeface="思源宋体 CN Heavy"/>
              </a:rPr>
              <a:t>用来补充</a:t>
            </a:r>
            <a:r>
              <a:rPr sz="2400"/>
              <a:t>电影详情、预算、票房、热度、海报、语言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A47FC86F-141F-4E7C-A9F4-7F0DD7D8F568}"/>
              </a:ext>
            </a:extLst>
          </p:cNvPr>
          <p:cNvSpPr>
            <a:spLocks noGrp="1"/>
          </p:cNvSpPr>
          <p:nvPr/>
        </p:nvSpPr>
        <p:spPr>
          <a:xfrm>
            <a:off x="621390" y="4022145"/>
            <a:ext cx="623025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1D25920-1D48-A5CD-7B53-57A5AF0663B0}"/>
              </a:ext>
            </a:extLst>
          </p:cNvPr>
          <p:cNvSpPr>
            <a:spLocks noGrp="1"/>
          </p:cNvSpPr>
          <p:nvPr/>
        </p:nvSpPr>
        <p:spPr>
          <a:xfrm>
            <a:off x="621390" y="4752874"/>
            <a:ext cx="593816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IMDB 回退匹配:</a:t>
            </a:r>
          </a:p>
          <a:p>
            <a:pPr>
              <a:buNone/>
            </a:pPr>
            <a:r>
              <a:rPr sz="2400">
                <a:latin typeface="+mn-ea"/>
                <a:ea typeface="+mn-ea"/>
                <a:cs typeface="+mn-ea"/>
              </a:rPr>
              <a:t>当TMDB </a:t>
            </a:r>
            <a:r>
              <a:rPr sz="2400"/>
              <a:t>缺失时通过 IMDB 补齐预算/票房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D4101299-8B13-450D-B570-1535FBE4502F}"/>
              </a:ext>
            </a:extLst>
          </p:cNvPr>
          <p:cNvSpPr>
            <a:spLocks noGrp="1"/>
          </p:cNvSpPr>
          <p:nvPr/>
        </p:nvSpPr>
        <p:spPr>
          <a:xfrm flipV="1">
            <a:off x="653140" y="5645427"/>
            <a:ext cx="5804810" cy="1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40B1FF11-3134-4C12-8B2F-FBF8D295F292}"/>
              </a:ext>
            </a:extLst>
          </p:cNvPr>
          <p:cNvSpPr>
            <a:spLocks noGrp="1"/>
          </p:cNvSpPr>
          <p:nvPr/>
        </p:nvSpPr>
        <p:spPr>
          <a:xfrm>
            <a:off x="589642" y="2216243"/>
            <a:ext cx="655410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31967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2B39AB89-CADD-2C6E-2FA6-C219AA852B93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251AA-7778-EAE1-3EC9-4331B0F2CC5B}"/>
              </a:ext>
            </a:extLst>
          </p:cNvPr>
          <p:cNvSpPr>
            <a:spLocks noGrp="1"/>
          </p:cNvSpPr>
          <p:nvPr/>
        </p:nvSpPr>
        <p:spPr>
          <a:xfrm>
            <a:off x="7193645" y="701971"/>
            <a:ext cx="49983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3200" b="1">
                <a:solidFill>
                  <a:schemeClr val="accent3">
                    <a:lumMod val="75000"/>
                  </a:schemeClr>
                </a:solidFill>
              </a:rPr>
              <a:t>ETL清洗流水线</a:t>
            </a: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E58DC002-0A5D-435C-8046-2FC48D67E924}"/>
              </a:ext>
            </a:extLst>
          </p:cNvPr>
          <p:cNvSpPr>
            <a:spLocks noGrp="1"/>
          </p:cNvSpPr>
          <p:nvPr/>
        </p:nvSpPr>
        <p:spPr>
          <a:xfrm>
            <a:off x="9240253" y="1236435"/>
            <a:ext cx="2951747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pic>
        <p:nvPicPr>
          <p:cNvPr id="20" name="图形 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0917" y="1327661"/>
            <a:ext cx="10797304" cy="5013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84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8A1F7443-92C1-CD39-C469-BA023653B39D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5219A8-CAAA-2714-62AE-64DAB418E215}"/>
              </a:ext>
            </a:extLst>
          </p:cNvPr>
          <p:cNvSpPr>
            <a:spLocks noGrp="1"/>
          </p:cNvSpPr>
          <p:nvPr/>
        </p:nvSpPr>
        <p:spPr>
          <a:xfrm>
            <a:off x="7193645" y="1350663"/>
            <a:ext cx="49983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3200" b="1" i="1" u="none" cap="none" spc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数据统计特征</a:t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6554395-5905-8CF7-056D-11998141133E}"/>
              </a:ext>
            </a:extLst>
          </p:cNvPr>
          <p:cNvSpPr>
            <a:spLocks noGrp="1"/>
          </p:cNvSpPr>
          <p:nvPr/>
        </p:nvSpPr>
        <p:spPr>
          <a:xfrm flipH="1">
            <a:off x="7387770" y="3735853"/>
            <a:ext cx="4775202" cy="1660618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blipFill rotWithShape="0"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B5A3084D-03FF-4CB2-A7F6-5F54AB3F02C4}"/>
              </a:ext>
            </a:extLst>
          </p:cNvPr>
          <p:cNvSpPr>
            <a:spLocks noGrp="1"/>
          </p:cNvSpPr>
          <p:nvPr/>
        </p:nvSpPr>
        <p:spPr>
          <a:xfrm>
            <a:off x="7467600" y="1885127"/>
            <a:ext cx="4724400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277871-FBD3-5042-0635-A85CBA0283B2}"/>
              </a:ext>
            </a:extLst>
          </p:cNvPr>
          <p:cNvSpPr>
            <a:spLocks noGrp="1"/>
          </p:cNvSpPr>
          <p:nvPr/>
        </p:nvSpPr>
        <p:spPr>
          <a:xfrm>
            <a:off x="653141" y="1350663"/>
            <a:ext cx="673191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评分跨度总结: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latin typeface="思源宋体 CN Heavy"/>
                <a:ea typeface="思源宋体 CN Heavy"/>
                <a:cs typeface="思源宋体 CN Heavy"/>
              </a:rPr>
              <a:t>评分跨度大(0.5~5.0，均分3.5)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A62D57A-27BD-452D-4D00-DF11E5C34017}"/>
              </a:ext>
            </a:extLst>
          </p:cNvPr>
          <p:cNvSpPr>
            <a:spLocks noGrp="1"/>
          </p:cNvSpPr>
          <p:nvPr/>
        </p:nvSpPr>
        <p:spPr>
          <a:xfrm>
            <a:off x="670678" y="2771031"/>
            <a:ext cx="6122308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电影类型总结:</a:t>
            </a:r>
          </a:p>
          <a:p>
            <a:pPr>
              <a:buNone/>
            </a:pPr>
            <a:r>
              <a:rPr sz="2400">
                <a:latin typeface="思源宋体 CN Heavy"/>
                <a:ea typeface="思源宋体 CN Heavy"/>
                <a:cs typeface="思源宋体 CN Heavy"/>
              </a:rPr>
              <a:t>共统计出19种电影类型，Drama和Comedy的占比最高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79C6B04E-70D9-4ECE-A386-97A7AD05A036}"/>
              </a:ext>
            </a:extLst>
          </p:cNvPr>
          <p:cNvSpPr>
            <a:spLocks noGrp="1"/>
          </p:cNvSpPr>
          <p:nvPr/>
        </p:nvSpPr>
        <p:spPr>
          <a:xfrm>
            <a:off x="653140" y="4032915"/>
            <a:ext cx="6058810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B520C03-A14E-8079-2F36-F3DB1A8B2D3A}"/>
              </a:ext>
            </a:extLst>
          </p:cNvPr>
          <p:cNvSpPr>
            <a:spLocks noGrp="1"/>
          </p:cNvSpPr>
          <p:nvPr/>
        </p:nvSpPr>
        <p:spPr>
          <a:xfrm>
            <a:off x="639536" y="4614786"/>
            <a:ext cx="584381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数据质量评价:</a:t>
            </a:r>
          </a:p>
          <a:p>
            <a:pPr>
              <a:buNone/>
            </a:pPr>
            <a:r>
              <a:rPr sz="2400">
                <a:latin typeface="+mn-ea"/>
                <a:ea typeface="+mn-ea"/>
                <a:cs typeface="+mn-ea"/>
              </a:rPr>
              <a:t>评分矩阵稀疏度98.3%，适用于推荐场景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2F0C6AC-4476-4A4D-83D7-4D13327094F3}"/>
              </a:ext>
            </a:extLst>
          </p:cNvPr>
          <p:cNvSpPr>
            <a:spLocks noGrp="1"/>
          </p:cNvSpPr>
          <p:nvPr/>
        </p:nvSpPr>
        <p:spPr>
          <a:xfrm>
            <a:off x="639537" y="5594009"/>
            <a:ext cx="5843813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0E53599E-456C-48BE-8D89-EE97B7ECB748}"/>
              </a:ext>
            </a:extLst>
          </p:cNvPr>
          <p:cNvSpPr>
            <a:spLocks noGrp="1"/>
          </p:cNvSpPr>
          <p:nvPr/>
        </p:nvSpPr>
        <p:spPr>
          <a:xfrm>
            <a:off x="639537" y="2236958"/>
            <a:ext cx="6135913" cy="6257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692207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直接连接符 387">
            <a:extLst>
              <a:ext uri="{FF2B5EF4-FFF2-40B4-BE49-F238E27FC236}">
                <a16:creationId xmlns:a16="http://schemas.microsoft.com/office/drawing/2014/main" id="{BCCA06A0-2688-4686-BF15-57ADA8F6F221}"/>
              </a:ext>
            </a:extLst>
          </p:cNvPr>
          <p:cNvSpPr>
            <a:spLocks noGrp="1"/>
          </p:cNvSpPr>
          <p:nvPr/>
        </p:nvSpPr>
        <p:spPr>
          <a:xfrm>
            <a:off x="10799979" y="0"/>
            <a:ext cx="0" cy="59944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390" name="矩形 389">
            <a:extLst>
              <a:ext uri="{FF2B5EF4-FFF2-40B4-BE49-F238E27FC236}">
                <a16:creationId xmlns:a16="http://schemas.microsoft.com/office/drawing/2014/main" id="{68D2898F-4E84-4EF0-982C-08F7EAA0CDB4}"/>
              </a:ext>
            </a:extLst>
          </p:cNvPr>
          <p:cNvSpPr>
            <a:spLocks noGrp="1"/>
          </p:cNvSpPr>
          <p:nvPr/>
        </p:nvSpPr>
        <p:spPr>
          <a:xfrm>
            <a:off x="11322865" y="3976914"/>
            <a:ext cx="343920" cy="343920"/>
          </a:xfrm>
          <a:prstGeom prst="rect">
            <a:avLst/>
          </a:pr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任意多边形: 形状 390">
            <a:extLst>
              <a:ext uri="{FF2B5EF4-FFF2-40B4-BE49-F238E27FC236}">
                <a16:creationId xmlns:a16="http://schemas.microsoft.com/office/drawing/2014/main" id="{B6A1EA46-837E-4D72-82FA-1691EB416190}"/>
              </a:ext>
            </a:extLst>
          </p:cNvPr>
          <p:cNvSpPr>
            <a:spLocks noGrp="1"/>
          </p:cNvSpPr>
          <p:nvPr/>
        </p:nvSpPr>
        <p:spPr>
          <a:xfrm>
            <a:off x="10790454" y="4659086"/>
            <a:ext cx="1401546" cy="1567543"/>
          </a:xfrm>
          <a:custGeom>
            <a:avLst/>
            <a:gdLst/>
            <a:ahLst/>
            <a:cxnLst/>
            <a:rect l="l" t="t" r="r" b="b"/>
            <a:pathLst>
              <a:path w="1401546" h="1567543">
                <a:moveTo>
                  <a:pt x="0" y="0"/>
                </a:moveTo>
                <a:lnTo>
                  <a:pt x="1401546" y="0"/>
                </a:lnTo>
                <a:lnTo>
                  <a:pt x="1401546" y="1567543"/>
                </a:lnTo>
                <a:lnTo>
                  <a:pt x="0" y="15675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任意多边形: 形状 391">
            <a:extLst>
              <a:ext uri="{FF2B5EF4-FFF2-40B4-BE49-F238E27FC236}">
                <a16:creationId xmlns:a16="http://schemas.microsoft.com/office/drawing/2014/main" id="{545E9195-F8B4-4855-9235-B90AE14BE220}"/>
              </a:ext>
            </a:extLst>
          </p:cNvPr>
          <p:cNvSpPr>
            <a:spLocks noGrp="1"/>
          </p:cNvSpPr>
          <p:nvPr/>
        </p:nvSpPr>
        <p:spPr>
          <a:xfrm>
            <a:off x="10790454" y="6437135"/>
            <a:ext cx="1401546" cy="420865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4" name="图形 39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93697" y="4853214"/>
            <a:ext cx="404586" cy="404586"/>
          </a:xfrm>
          <a:prstGeom prst="rect">
            <a:avLst/>
          </a:prstGeom>
        </p:spPr>
      </p:pic>
      <p:pic>
        <p:nvPicPr>
          <p:cNvPr id="465" name="图形 39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11224396" y="5424082"/>
            <a:ext cx="570318" cy="570318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F82426C6-8F27-4C36-9785-5EF0AF26079F}"/>
              </a:ext>
            </a:extLst>
          </p:cNvPr>
          <p:cNvSpPr>
            <a:spLocks noGrp="1"/>
          </p:cNvSpPr>
          <p:nvPr/>
        </p:nvSpPr>
        <p:spPr>
          <a:xfrm rot="5400000">
            <a:off x="9774236" y="1434142"/>
            <a:ext cx="3449086" cy="580802"/>
          </a:xfrm>
          <a:custGeom>
            <a:avLst/>
            <a:gdLst/>
            <a:ahLst/>
            <a:cxnLst/>
            <a:rect l="l" t="t" r="r" b="b"/>
            <a:pathLst>
              <a:path w="3449086" h="580802">
                <a:moveTo>
                  <a:pt x="2997393" y="569268"/>
                </a:moveTo>
                <a:lnTo>
                  <a:pt x="2997393" y="543223"/>
                </a:lnTo>
                <a:lnTo>
                  <a:pt x="3065854" y="536526"/>
                </a:lnTo>
                <a:cubicBezTo>
                  <a:pt x="3067094" y="498079"/>
                  <a:pt x="3067777" y="459259"/>
                  <a:pt x="3067900" y="420068"/>
                </a:cubicBezTo>
                <a:cubicBezTo>
                  <a:pt x="3068024" y="380876"/>
                  <a:pt x="3068086" y="341437"/>
                  <a:pt x="3068086" y="301749"/>
                </a:cubicBezTo>
                <a:lnTo>
                  <a:pt x="3068086" y="268263"/>
                </a:lnTo>
                <a:cubicBezTo>
                  <a:pt x="3068086" y="228576"/>
                  <a:pt x="3068025" y="189074"/>
                  <a:pt x="3067900" y="149759"/>
                </a:cubicBezTo>
                <a:cubicBezTo>
                  <a:pt x="3067777" y="110443"/>
                  <a:pt x="3067095" y="71190"/>
                  <a:pt x="3065854" y="31998"/>
                </a:cubicBezTo>
                <a:lnTo>
                  <a:pt x="2997393" y="26045"/>
                </a:lnTo>
                <a:lnTo>
                  <a:pt x="2997393" y="0"/>
                </a:lnTo>
                <a:lnTo>
                  <a:pt x="3433087" y="0"/>
                </a:lnTo>
                <a:lnTo>
                  <a:pt x="3432343" y="151805"/>
                </a:lnTo>
                <a:lnTo>
                  <a:pt x="3388439" y="151805"/>
                </a:lnTo>
                <a:lnTo>
                  <a:pt x="3353092" y="29766"/>
                </a:lnTo>
                <a:lnTo>
                  <a:pt x="3198683" y="29766"/>
                </a:lnTo>
                <a:cubicBezTo>
                  <a:pt x="3197939" y="67965"/>
                  <a:pt x="3197505" y="106661"/>
                  <a:pt x="3197381" y="145852"/>
                </a:cubicBezTo>
                <a:cubicBezTo>
                  <a:pt x="3197257" y="185043"/>
                  <a:pt x="3197195" y="224855"/>
                  <a:pt x="3197195" y="265287"/>
                </a:cubicBezTo>
                <a:lnTo>
                  <a:pt x="3300630" y="265287"/>
                </a:lnTo>
                <a:lnTo>
                  <a:pt x="3312165" y="180827"/>
                </a:lnTo>
                <a:lnTo>
                  <a:pt x="3350116" y="180827"/>
                </a:lnTo>
                <a:lnTo>
                  <a:pt x="3350116" y="373559"/>
                </a:lnTo>
                <a:lnTo>
                  <a:pt x="3312165" y="373559"/>
                </a:lnTo>
                <a:lnTo>
                  <a:pt x="3301375" y="292820"/>
                </a:lnTo>
                <a:lnTo>
                  <a:pt x="3197195" y="292820"/>
                </a:lnTo>
                <a:lnTo>
                  <a:pt x="3197195" y="295052"/>
                </a:lnTo>
                <a:cubicBezTo>
                  <a:pt x="3197195" y="337220"/>
                  <a:pt x="3197257" y="378582"/>
                  <a:pt x="3197381" y="419138"/>
                </a:cubicBezTo>
                <a:cubicBezTo>
                  <a:pt x="3197505" y="459693"/>
                  <a:pt x="3197939" y="499815"/>
                  <a:pt x="3198683" y="539502"/>
                </a:cubicBezTo>
                <a:lnTo>
                  <a:pt x="3369835" y="539502"/>
                </a:lnTo>
                <a:lnTo>
                  <a:pt x="3405182" y="411510"/>
                </a:lnTo>
                <a:lnTo>
                  <a:pt x="3447598" y="411510"/>
                </a:lnTo>
                <a:lnTo>
                  <a:pt x="3449086" y="569268"/>
                </a:lnTo>
                <a:close/>
                <a:moveTo>
                  <a:pt x="2483043" y="569268"/>
                </a:moveTo>
                <a:lnTo>
                  <a:pt x="2483043" y="543223"/>
                </a:lnTo>
                <a:lnTo>
                  <a:pt x="2551504" y="536526"/>
                </a:lnTo>
                <a:cubicBezTo>
                  <a:pt x="2552745" y="498079"/>
                  <a:pt x="2553427" y="459259"/>
                  <a:pt x="2553550" y="420068"/>
                </a:cubicBezTo>
                <a:cubicBezTo>
                  <a:pt x="2553675" y="380876"/>
                  <a:pt x="2553736" y="341437"/>
                  <a:pt x="2553736" y="301749"/>
                </a:cubicBezTo>
                <a:lnTo>
                  <a:pt x="2553736" y="268263"/>
                </a:lnTo>
                <a:cubicBezTo>
                  <a:pt x="2553736" y="228576"/>
                  <a:pt x="2553675" y="189074"/>
                  <a:pt x="2553550" y="149759"/>
                </a:cubicBezTo>
                <a:cubicBezTo>
                  <a:pt x="2553427" y="110443"/>
                  <a:pt x="2552745" y="71190"/>
                  <a:pt x="2551504" y="31998"/>
                </a:cubicBezTo>
                <a:lnTo>
                  <a:pt x="2483043" y="26045"/>
                </a:lnTo>
                <a:lnTo>
                  <a:pt x="2483043" y="0"/>
                </a:lnTo>
                <a:lnTo>
                  <a:pt x="2918737" y="0"/>
                </a:lnTo>
                <a:lnTo>
                  <a:pt x="2917993" y="151805"/>
                </a:lnTo>
                <a:lnTo>
                  <a:pt x="2874089" y="151805"/>
                </a:lnTo>
                <a:lnTo>
                  <a:pt x="2838742" y="29766"/>
                </a:lnTo>
                <a:lnTo>
                  <a:pt x="2684333" y="29766"/>
                </a:lnTo>
                <a:cubicBezTo>
                  <a:pt x="2683589" y="67965"/>
                  <a:pt x="2683155" y="106661"/>
                  <a:pt x="2683031" y="145852"/>
                </a:cubicBezTo>
                <a:cubicBezTo>
                  <a:pt x="2682907" y="185043"/>
                  <a:pt x="2682845" y="224855"/>
                  <a:pt x="2682845" y="265287"/>
                </a:cubicBezTo>
                <a:lnTo>
                  <a:pt x="2786280" y="265287"/>
                </a:lnTo>
                <a:lnTo>
                  <a:pt x="2797815" y="180827"/>
                </a:lnTo>
                <a:lnTo>
                  <a:pt x="2835766" y="180827"/>
                </a:lnTo>
                <a:lnTo>
                  <a:pt x="2835766" y="373559"/>
                </a:lnTo>
                <a:lnTo>
                  <a:pt x="2797815" y="373559"/>
                </a:lnTo>
                <a:lnTo>
                  <a:pt x="2787025" y="292820"/>
                </a:lnTo>
                <a:lnTo>
                  <a:pt x="2682845" y="292820"/>
                </a:lnTo>
                <a:lnTo>
                  <a:pt x="2682845" y="295052"/>
                </a:lnTo>
                <a:cubicBezTo>
                  <a:pt x="2682845" y="337220"/>
                  <a:pt x="2682907" y="378582"/>
                  <a:pt x="2683031" y="419138"/>
                </a:cubicBezTo>
                <a:cubicBezTo>
                  <a:pt x="2683155" y="459693"/>
                  <a:pt x="2683589" y="499815"/>
                  <a:pt x="2684333" y="539502"/>
                </a:cubicBezTo>
                <a:lnTo>
                  <a:pt x="2855485" y="539502"/>
                </a:lnTo>
                <a:lnTo>
                  <a:pt x="2890832" y="411510"/>
                </a:lnTo>
                <a:lnTo>
                  <a:pt x="2933248" y="411510"/>
                </a:lnTo>
                <a:lnTo>
                  <a:pt x="2934736" y="569268"/>
                </a:lnTo>
                <a:close/>
                <a:moveTo>
                  <a:pt x="2088946" y="271984"/>
                </a:moveTo>
                <a:lnTo>
                  <a:pt x="2133967" y="271984"/>
                </a:lnTo>
                <a:cubicBezTo>
                  <a:pt x="2162492" y="271984"/>
                  <a:pt x="2185375" y="266279"/>
                  <a:pt x="2202614" y="254869"/>
                </a:cubicBezTo>
                <a:cubicBezTo>
                  <a:pt x="2219853" y="243458"/>
                  <a:pt x="2232442" y="228142"/>
                  <a:pt x="2240379" y="208918"/>
                </a:cubicBezTo>
                <a:cubicBezTo>
                  <a:pt x="2248316" y="189694"/>
                  <a:pt x="2252285" y="168548"/>
                  <a:pt x="2252285" y="145480"/>
                </a:cubicBezTo>
                <a:cubicBezTo>
                  <a:pt x="2252285" y="107777"/>
                  <a:pt x="2242301" y="78941"/>
                  <a:pt x="2222333" y="58974"/>
                </a:cubicBezTo>
                <a:cubicBezTo>
                  <a:pt x="2202365" y="39006"/>
                  <a:pt x="2173158" y="29022"/>
                  <a:pt x="2134711" y="29022"/>
                </a:cubicBezTo>
                <a:lnTo>
                  <a:pt x="2091179" y="29022"/>
                </a:lnTo>
                <a:cubicBezTo>
                  <a:pt x="2090186" y="67469"/>
                  <a:pt x="2089566" y="106661"/>
                  <a:pt x="2089318" y="146596"/>
                </a:cubicBezTo>
                <a:cubicBezTo>
                  <a:pt x="2089070" y="186532"/>
                  <a:pt x="2088946" y="228328"/>
                  <a:pt x="2088946" y="271984"/>
                </a:cubicBezTo>
                <a:close/>
                <a:moveTo>
                  <a:pt x="1892493" y="569268"/>
                </a:moveTo>
                <a:lnTo>
                  <a:pt x="1892493" y="543223"/>
                </a:lnTo>
                <a:lnTo>
                  <a:pt x="1960954" y="536526"/>
                </a:lnTo>
                <a:cubicBezTo>
                  <a:pt x="1962194" y="498079"/>
                  <a:pt x="1962876" y="459259"/>
                  <a:pt x="1963000" y="420068"/>
                </a:cubicBezTo>
                <a:cubicBezTo>
                  <a:pt x="1963124" y="380876"/>
                  <a:pt x="1963186" y="341437"/>
                  <a:pt x="1963186" y="301749"/>
                </a:cubicBezTo>
                <a:lnTo>
                  <a:pt x="1963186" y="268263"/>
                </a:lnTo>
                <a:cubicBezTo>
                  <a:pt x="1963186" y="228576"/>
                  <a:pt x="1963124" y="189074"/>
                  <a:pt x="1963000" y="149759"/>
                </a:cubicBezTo>
                <a:cubicBezTo>
                  <a:pt x="1962877" y="110443"/>
                  <a:pt x="1962194" y="71190"/>
                  <a:pt x="1960954" y="31998"/>
                </a:cubicBezTo>
                <a:lnTo>
                  <a:pt x="1892493" y="26045"/>
                </a:lnTo>
                <a:lnTo>
                  <a:pt x="1892493" y="0"/>
                </a:lnTo>
                <a:lnTo>
                  <a:pt x="2166709" y="0"/>
                </a:lnTo>
                <a:cubicBezTo>
                  <a:pt x="2233930" y="0"/>
                  <a:pt x="2285276" y="12527"/>
                  <a:pt x="2320746" y="37580"/>
                </a:cubicBezTo>
                <a:cubicBezTo>
                  <a:pt x="2356217" y="62632"/>
                  <a:pt x="2373952" y="97855"/>
                  <a:pt x="2373952" y="143247"/>
                </a:cubicBezTo>
                <a:cubicBezTo>
                  <a:pt x="2373952" y="164083"/>
                  <a:pt x="2368743" y="183989"/>
                  <a:pt x="2358325" y="202965"/>
                </a:cubicBezTo>
                <a:cubicBezTo>
                  <a:pt x="2347907" y="221940"/>
                  <a:pt x="2330854" y="238435"/>
                  <a:pt x="2307165" y="252450"/>
                </a:cubicBezTo>
                <a:cubicBezTo>
                  <a:pt x="2283477" y="266465"/>
                  <a:pt x="2251665" y="276573"/>
                  <a:pt x="2211729" y="282774"/>
                </a:cubicBezTo>
                <a:cubicBezTo>
                  <a:pt x="2244968" y="287239"/>
                  <a:pt x="2270889" y="294990"/>
                  <a:pt x="2289492" y="306028"/>
                </a:cubicBezTo>
                <a:cubicBezTo>
                  <a:pt x="2308096" y="317066"/>
                  <a:pt x="2321800" y="331515"/>
                  <a:pt x="2330606" y="349374"/>
                </a:cubicBezTo>
                <a:cubicBezTo>
                  <a:pt x="2339412" y="367234"/>
                  <a:pt x="2346047" y="388690"/>
                  <a:pt x="2350512" y="413743"/>
                </a:cubicBezTo>
                <a:lnTo>
                  <a:pt x="2375440" y="539502"/>
                </a:lnTo>
                <a:lnTo>
                  <a:pt x="2443529" y="543223"/>
                </a:lnTo>
                <a:lnTo>
                  <a:pt x="2443529" y="569268"/>
                </a:lnTo>
                <a:cubicBezTo>
                  <a:pt x="2427902" y="572989"/>
                  <a:pt x="2413640" y="575841"/>
                  <a:pt x="2400741" y="577826"/>
                </a:cubicBezTo>
                <a:cubicBezTo>
                  <a:pt x="2387843" y="579810"/>
                  <a:pt x="2371843" y="580802"/>
                  <a:pt x="2352744" y="580802"/>
                </a:cubicBezTo>
                <a:cubicBezTo>
                  <a:pt x="2317769" y="580802"/>
                  <a:pt x="2290546" y="574787"/>
                  <a:pt x="2271075" y="562757"/>
                </a:cubicBezTo>
                <a:cubicBezTo>
                  <a:pt x="2251603" y="550727"/>
                  <a:pt x="2240007" y="529332"/>
                  <a:pt x="2236286" y="498575"/>
                </a:cubicBezTo>
                <a:lnTo>
                  <a:pt x="2213962" y="393279"/>
                </a:lnTo>
                <a:cubicBezTo>
                  <a:pt x="2208753" y="362025"/>
                  <a:pt x="2200195" y="338708"/>
                  <a:pt x="2188289" y="323329"/>
                </a:cubicBezTo>
                <a:cubicBezTo>
                  <a:pt x="2176383" y="307951"/>
                  <a:pt x="2155795" y="300261"/>
                  <a:pt x="2126525" y="300261"/>
                </a:cubicBezTo>
                <a:lnTo>
                  <a:pt x="2088946" y="300261"/>
                </a:lnTo>
                <a:cubicBezTo>
                  <a:pt x="2088946" y="340197"/>
                  <a:pt x="2089070" y="379822"/>
                  <a:pt x="2089318" y="419138"/>
                </a:cubicBezTo>
                <a:cubicBezTo>
                  <a:pt x="2089567" y="458453"/>
                  <a:pt x="2090186" y="497582"/>
                  <a:pt x="2091179" y="536526"/>
                </a:cubicBezTo>
                <a:lnTo>
                  <a:pt x="2161500" y="543223"/>
                </a:lnTo>
                <a:lnTo>
                  <a:pt x="2161500" y="569268"/>
                </a:lnTo>
                <a:close/>
                <a:moveTo>
                  <a:pt x="1225743" y="569268"/>
                </a:moveTo>
                <a:lnTo>
                  <a:pt x="1225743" y="543223"/>
                </a:lnTo>
                <a:lnTo>
                  <a:pt x="1293460" y="536526"/>
                </a:lnTo>
                <a:cubicBezTo>
                  <a:pt x="1293956" y="498079"/>
                  <a:pt x="1294204" y="459259"/>
                  <a:pt x="1294204" y="420068"/>
                </a:cubicBezTo>
                <a:cubicBezTo>
                  <a:pt x="1294204" y="380876"/>
                  <a:pt x="1294204" y="341437"/>
                  <a:pt x="1294204" y="301749"/>
                </a:cubicBezTo>
                <a:lnTo>
                  <a:pt x="1294204" y="268263"/>
                </a:lnTo>
                <a:cubicBezTo>
                  <a:pt x="1294204" y="228576"/>
                  <a:pt x="1294204" y="189136"/>
                  <a:pt x="1294204" y="149945"/>
                </a:cubicBezTo>
                <a:cubicBezTo>
                  <a:pt x="1294204" y="110753"/>
                  <a:pt x="1293956" y="71686"/>
                  <a:pt x="1293460" y="32743"/>
                </a:cubicBezTo>
                <a:lnTo>
                  <a:pt x="1225743" y="26045"/>
                </a:lnTo>
                <a:lnTo>
                  <a:pt x="1225743" y="0"/>
                </a:lnTo>
                <a:lnTo>
                  <a:pt x="1489541" y="0"/>
                </a:lnTo>
                <a:lnTo>
                  <a:pt x="1489541" y="26045"/>
                </a:lnTo>
                <a:lnTo>
                  <a:pt x="1426289" y="31998"/>
                </a:lnTo>
                <a:cubicBezTo>
                  <a:pt x="1425049" y="70198"/>
                  <a:pt x="1424304" y="108831"/>
                  <a:pt x="1424057" y="147898"/>
                </a:cubicBezTo>
                <a:cubicBezTo>
                  <a:pt x="1423808" y="186966"/>
                  <a:pt x="1423684" y="226095"/>
                  <a:pt x="1423684" y="265287"/>
                </a:cubicBezTo>
                <a:lnTo>
                  <a:pt x="1628695" y="265287"/>
                </a:lnTo>
                <a:cubicBezTo>
                  <a:pt x="1628695" y="226343"/>
                  <a:pt x="1628633" y="187338"/>
                  <a:pt x="1628509" y="148270"/>
                </a:cubicBezTo>
                <a:cubicBezTo>
                  <a:pt x="1628385" y="109203"/>
                  <a:pt x="1627703" y="70446"/>
                  <a:pt x="1626463" y="31998"/>
                </a:cubicBezTo>
                <a:lnTo>
                  <a:pt x="1562467" y="26045"/>
                </a:lnTo>
                <a:lnTo>
                  <a:pt x="1562467" y="0"/>
                </a:lnTo>
                <a:lnTo>
                  <a:pt x="1826265" y="0"/>
                </a:lnTo>
                <a:lnTo>
                  <a:pt x="1826265" y="26045"/>
                </a:lnTo>
                <a:lnTo>
                  <a:pt x="1759292" y="31998"/>
                </a:lnTo>
                <a:cubicBezTo>
                  <a:pt x="1758300" y="70942"/>
                  <a:pt x="1757741" y="110133"/>
                  <a:pt x="1757618" y="149573"/>
                </a:cubicBezTo>
                <a:cubicBezTo>
                  <a:pt x="1757494" y="189012"/>
                  <a:pt x="1757432" y="228576"/>
                  <a:pt x="1757432" y="268263"/>
                </a:cubicBezTo>
                <a:lnTo>
                  <a:pt x="1757432" y="301749"/>
                </a:lnTo>
                <a:cubicBezTo>
                  <a:pt x="1757432" y="340693"/>
                  <a:pt x="1757493" y="379760"/>
                  <a:pt x="1757618" y="418952"/>
                </a:cubicBezTo>
                <a:cubicBezTo>
                  <a:pt x="1757741" y="458143"/>
                  <a:pt x="1758300" y="497334"/>
                  <a:pt x="1759292" y="536526"/>
                </a:cubicBezTo>
                <a:lnTo>
                  <a:pt x="1826265" y="543223"/>
                </a:lnTo>
                <a:lnTo>
                  <a:pt x="1826265" y="569268"/>
                </a:lnTo>
                <a:lnTo>
                  <a:pt x="1562467" y="569268"/>
                </a:lnTo>
                <a:lnTo>
                  <a:pt x="1562467" y="543223"/>
                </a:lnTo>
                <a:lnTo>
                  <a:pt x="1626463" y="536526"/>
                </a:lnTo>
                <a:cubicBezTo>
                  <a:pt x="1627703" y="498823"/>
                  <a:pt x="1628385" y="459941"/>
                  <a:pt x="1628509" y="419882"/>
                </a:cubicBezTo>
                <a:cubicBezTo>
                  <a:pt x="1628633" y="379822"/>
                  <a:pt x="1628695" y="337964"/>
                  <a:pt x="1628695" y="294308"/>
                </a:cubicBezTo>
                <a:lnTo>
                  <a:pt x="1423684" y="294308"/>
                </a:lnTo>
                <a:cubicBezTo>
                  <a:pt x="1423684" y="337220"/>
                  <a:pt x="1423808" y="378706"/>
                  <a:pt x="1424057" y="418766"/>
                </a:cubicBezTo>
                <a:cubicBezTo>
                  <a:pt x="1424305" y="458825"/>
                  <a:pt x="1425049" y="498327"/>
                  <a:pt x="1426289" y="537270"/>
                </a:cubicBezTo>
                <a:lnTo>
                  <a:pt x="1489541" y="543223"/>
                </a:lnTo>
                <a:lnTo>
                  <a:pt x="1489541" y="569268"/>
                </a:lnTo>
                <a:close/>
                <a:moveTo>
                  <a:pt x="669051" y="162967"/>
                </a:moveTo>
                <a:lnTo>
                  <a:pt x="672028" y="0"/>
                </a:lnTo>
                <a:lnTo>
                  <a:pt x="1175067" y="0"/>
                </a:lnTo>
                <a:lnTo>
                  <a:pt x="1178044" y="162967"/>
                </a:lnTo>
                <a:lnTo>
                  <a:pt x="1133767" y="162967"/>
                </a:lnTo>
                <a:lnTo>
                  <a:pt x="1095072" y="29766"/>
                </a:lnTo>
                <a:lnTo>
                  <a:pt x="989032" y="29766"/>
                </a:lnTo>
                <a:cubicBezTo>
                  <a:pt x="988288" y="68957"/>
                  <a:pt x="987854" y="108397"/>
                  <a:pt x="987730" y="148084"/>
                </a:cubicBezTo>
                <a:cubicBezTo>
                  <a:pt x="987605" y="187772"/>
                  <a:pt x="987544" y="227831"/>
                  <a:pt x="987544" y="268263"/>
                </a:cubicBezTo>
                <a:lnTo>
                  <a:pt x="987544" y="301005"/>
                </a:lnTo>
                <a:cubicBezTo>
                  <a:pt x="987544" y="339949"/>
                  <a:pt x="987605" y="379078"/>
                  <a:pt x="987730" y="418393"/>
                </a:cubicBezTo>
                <a:cubicBezTo>
                  <a:pt x="987854" y="457709"/>
                  <a:pt x="988288" y="496838"/>
                  <a:pt x="989032" y="535782"/>
                </a:cubicBezTo>
                <a:lnTo>
                  <a:pt x="1066795" y="543223"/>
                </a:lnTo>
                <a:lnTo>
                  <a:pt x="1066795" y="569268"/>
                </a:lnTo>
                <a:lnTo>
                  <a:pt x="780300" y="569268"/>
                </a:lnTo>
                <a:lnTo>
                  <a:pt x="780300" y="543223"/>
                </a:lnTo>
                <a:lnTo>
                  <a:pt x="857319" y="535782"/>
                </a:lnTo>
                <a:cubicBezTo>
                  <a:pt x="858063" y="497582"/>
                  <a:pt x="858497" y="458949"/>
                  <a:pt x="858621" y="419882"/>
                </a:cubicBezTo>
                <a:cubicBezTo>
                  <a:pt x="858745" y="380814"/>
                  <a:pt x="858807" y="341437"/>
                  <a:pt x="858807" y="301749"/>
                </a:cubicBezTo>
                <a:lnTo>
                  <a:pt x="858807" y="268263"/>
                </a:lnTo>
                <a:cubicBezTo>
                  <a:pt x="858807" y="228328"/>
                  <a:pt x="858745" y="188392"/>
                  <a:pt x="858621" y="148456"/>
                </a:cubicBezTo>
                <a:cubicBezTo>
                  <a:pt x="858497" y="108521"/>
                  <a:pt x="858063" y="68957"/>
                  <a:pt x="857319" y="29766"/>
                </a:cubicBezTo>
                <a:lnTo>
                  <a:pt x="752023" y="29766"/>
                </a:lnTo>
                <a:lnTo>
                  <a:pt x="714072" y="162967"/>
                </a:lnTo>
                <a:close/>
                <a:moveTo>
                  <a:pt x="0" y="95042"/>
                </a:moveTo>
                <a:lnTo>
                  <a:pt x="0" y="0"/>
                </a:lnTo>
                <a:lnTo>
                  <a:pt x="441642" y="0"/>
                </a:lnTo>
                <a:lnTo>
                  <a:pt x="444619" y="162967"/>
                </a:lnTo>
                <a:lnTo>
                  <a:pt x="400342" y="162967"/>
                </a:lnTo>
                <a:lnTo>
                  <a:pt x="361647" y="29766"/>
                </a:lnTo>
                <a:lnTo>
                  <a:pt x="255607" y="29766"/>
                </a:lnTo>
                <a:cubicBezTo>
                  <a:pt x="254863" y="68957"/>
                  <a:pt x="254429" y="108397"/>
                  <a:pt x="254305" y="148084"/>
                </a:cubicBezTo>
                <a:cubicBezTo>
                  <a:pt x="254181" y="187772"/>
                  <a:pt x="254119" y="227831"/>
                  <a:pt x="254119" y="268263"/>
                </a:cubicBezTo>
                <a:lnTo>
                  <a:pt x="254119" y="301005"/>
                </a:lnTo>
                <a:cubicBezTo>
                  <a:pt x="254119" y="339949"/>
                  <a:pt x="254181" y="379078"/>
                  <a:pt x="254305" y="418393"/>
                </a:cubicBezTo>
                <a:cubicBezTo>
                  <a:pt x="254429" y="457709"/>
                  <a:pt x="254863" y="496838"/>
                  <a:pt x="255607" y="535782"/>
                </a:cubicBezTo>
                <a:lnTo>
                  <a:pt x="333370" y="543223"/>
                </a:lnTo>
                <a:lnTo>
                  <a:pt x="333370" y="569268"/>
                </a:lnTo>
                <a:lnTo>
                  <a:pt x="46875" y="569268"/>
                </a:lnTo>
                <a:lnTo>
                  <a:pt x="46875" y="543223"/>
                </a:lnTo>
                <a:lnTo>
                  <a:pt x="123894" y="535782"/>
                </a:lnTo>
                <a:cubicBezTo>
                  <a:pt x="124638" y="497582"/>
                  <a:pt x="125072" y="458949"/>
                  <a:pt x="125196" y="419882"/>
                </a:cubicBezTo>
                <a:cubicBezTo>
                  <a:pt x="125320" y="380814"/>
                  <a:pt x="125383" y="341437"/>
                  <a:pt x="125383" y="301749"/>
                </a:cubicBezTo>
                <a:lnTo>
                  <a:pt x="125383" y="268263"/>
                </a:lnTo>
                <a:cubicBezTo>
                  <a:pt x="125383" y="228328"/>
                  <a:pt x="125320" y="188392"/>
                  <a:pt x="125196" y="148456"/>
                </a:cubicBezTo>
                <a:cubicBezTo>
                  <a:pt x="125072" y="108521"/>
                  <a:pt x="124638" y="68957"/>
                  <a:pt x="123894" y="29766"/>
                </a:cubicBezTo>
                <a:lnTo>
                  <a:pt x="18598" y="29766"/>
                </a:lnTo>
                <a:close/>
              </a:path>
            </a:pathLst>
          </a:cu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>
            <a:lvl1pPr>
              <a:buNone/>
              <a:defRPr sz="6000">
                <a:solidFill>
                  <a:schemeClr val="accent2">
                    <a:lumMod val="10000"/>
                    <a:lumOff val="9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任意多边形: 形状 395">
            <a:extLst>
              <a:ext uri="{FF2B5EF4-FFF2-40B4-BE49-F238E27FC236}">
                <a16:creationId xmlns:a16="http://schemas.microsoft.com/office/drawing/2014/main" id="{293A77A0-D8CD-4CA3-80EB-93F551248980}"/>
              </a:ext>
            </a:extLst>
          </p:cNvPr>
          <p:cNvSpPr>
            <a:spLocks noGrp="1"/>
          </p:cNvSpPr>
          <p:nvPr/>
        </p:nvSpPr>
        <p:spPr>
          <a:xfrm>
            <a:off x="0" y="1544077"/>
            <a:ext cx="9160238" cy="1923810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任意多边形: 形状 396">
            <a:extLst>
              <a:ext uri="{FF2B5EF4-FFF2-40B4-BE49-F238E27FC236}">
                <a16:creationId xmlns:a16="http://schemas.microsoft.com/office/drawing/2014/main" id="{4BC026D8-C352-4147-B533-D56D9F40A8F7}"/>
              </a:ext>
            </a:extLst>
          </p:cNvPr>
          <p:cNvSpPr>
            <a:spLocks noGrp="1"/>
          </p:cNvSpPr>
          <p:nvPr/>
        </p:nvSpPr>
        <p:spPr>
          <a:xfrm>
            <a:off x="-1" y="1872352"/>
            <a:ext cx="943423" cy="1204686"/>
          </a:xfrm>
          <a:custGeom>
            <a:avLst/>
            <a:gdLst/>
            <a:ahLst/>
            <a:cxnLst/>
            <a:rect l="l" t="t" r="r" b="b"/>
            <a:pathLst>
              <a:path w="924247" h="1204686">
                <a:moveTo>
                  <a:pt x="0" y="0"/>
                </a:moveTo>
                <a:lnTo>
                  <a:pt x="924247" y="0"/>
                </a:lnTo>
                <a:lnTo>
                  <a:pt x="924247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任意多边形: 形状 397">
            <a:extLst>
              <a:ext uri="{FF2B5EF4-FFF2-40B4-BE49-F238E27FC236}">
                <a16:creationId xmlns:a16="http://schemas.microsoft.com/office/drawing/2014/main" id="{2642C36A-1DC1-480F-A9AE-68D971805F62}"/>
              </a:ext>
            </a:extLst>
          </p:cNvPr>
          <p:cNvSpPr>
            <a:spLocks noGrp="1"/>
          </p:cNvSpPr>
          <p:nvPr/>
        </p:nvSpPr>
        <p:spPr>
          <a:xfrm>
            <a:off x="1117683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任意多边形: 形状 398">
            <a:extLst>
              <a:ext uri="{FF2B5EF4-FFF2-40B4-BE49-F238E27FC236}">
                <a16:creationId xmlns:a16="http://schemas.microsoft.com/office/drawing/2014/main" id="{8024EDDD-D0E2-415C-91C5-3EE856F858F6}"/>
              </a:ext>
            </a:extLst>
          </p:cNvPr>
          <p:cNvSpPr>
            <a:spLocks noGrp="1"/>
          </p:cNvSpPr>
          <p:nvPr/>
        </p:nvSpPr>
        <p:spPr>
          <a:xfrm>
            <a:off x="3094661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7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任意多边形: 形状 399">
            <a:extLst>
              <a:ext uri="{FF2B5EF4-FFF2-40B4-BE49-F238E27FC236}">
                <a16:creationId xmlns:a16="http://schemas.microsoft.com/office/drawing/2014/main" id="{B873C1DC-BFF5-4DAE-8FA6-9FC6D8F4362A}"/>
              </a:ext>
            </a:extLst>
          </p:cNvPr>
          <p:cNvSpPr>
            <a:spLocks noGrp="1"/>
          </p:cNvSpPr>
          <p:nvPr/>
        </p:nvSpPr>
        <p:spPr>
          <a:xfrm>
            <a:off x="5071638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8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任意多边形: 形状 434">
            <a:extLst>
              <a:ext uri="{FF2B5EF4-FFF2-40B4-BE49-F238E27FC236}">
                <a16:creationId xmlns:a16="http://schemas.microsoft.com/office/drawing/2014/main" id="{D923A383-1868-4968-9104-69B7144CD717}"/>
              </a:ext>
            </a:extLst>
          </p:cNvPr>
          <p:cNvSpPr>
            <a:spLocks noGrp="1"/>
          </p:cNvSpPr>
          <p:nvPr/>
        </p:nvSpPr>
        <p:spPr>
          <a:xfrm>
            <a:off x="7042232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9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文本框 454">
            <a:extLst>
              <a:ext uri="{FF2B5EF4-FFF2-40B4-BE49-F238E27FC236}">
                <a16:creationId xmlns:a16="http://schemas.microsoft.com/office/drawing/2014/main" id="{B7F689F9-4012-4CFE-AE8C-C8675ADD0025}"/>
              </a:ext>
            </a:extLst>
          </p:cNvPr>
          <p:cNvSpPr>
            <a:spLocks noGrp="1"/>
          </p:cNvSpPr>
          <p:nvPr/>
        </p:nvSpPr>
        <p:spPr>
          <a:xfrm>
            <a:off x="1070458" y="3760607"/>
            <a:ext cx="10153938" cy="64633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>
            <a:lvl1pPr>
              <a:buNone/>
              <a:defRPr sz="6000" i="1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1" u="none" cap="none" spc="0">
                <a:ln>
                  <a:noFill/>
                </a:ln>
                <a:solidFill>
                  <a:srgbClr val="A67B49">
                    <a:lumMod val="40000"/>
                    <a:lumOff val="60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The Prediction and Recommendation</a:t>
            </a:r>
          </a:p>
        </p:txBody>
      </p:sp>
      <p:sp>
        <p:nvSpPr>
          <p:cNvPr id="456" name="直接连接符 455">
            <a:extLst>
              <a:ext uri="{FF2B5EF4-FFF2-40B4-BE49-F238E27FC236}">
                <a16:creationId xmlns:a16="http://schemas.microsoft.com/office/drawing/2014/main" id="{C554A47E-DD42-4BD8-ADE2-52BA3668FC15}"/>
              </a:ext>
            </a:extLst>
          </p:cNvPr>
          <p:cNvSpPr>
            <a:spLocks noGrp="1"/>
          </p:cNvSpPr>
          <p:nvPr/>
        </p:nvSpPr>
        <p:spPr>
          <a:xfrm>
            <a:off x="0" y="6393593"/>
            <a:ext cx="391479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454" name="文本框 453">
            <a:extLst>
              <a:ext uri="{FF2B5EF4-FFF2-40B4-BE49-F238E27FC236}">
                <a16:creationId xmlns:a16="http://schemas.microsoft.com/office/drawing/2014/main" id="{3FC925AD-42E7-4365-99E1-501163123CFB}"/>
              </a:ext>
            </a:extLst>
          </p:cNvPr>
          <p:cNvSpPr>
            <a:spLocks noGrp="1"/>
          </p:cNvSpPr>
          <p:nvPr/>
        </p:nvSpPr>
        <p:spPr>
          <a:xfrm>
            <a:off x="1070458" y="4083773"/>
            <a:ext cx="6554763" cy="76944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>
            <a:lvl1pPr>
              <a:buNone/>
              <a:defRPr sz="3600" i="1"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预测与推荐</a:t>
            </a:r>
          </a:p>
        </p:txBody>
      </p:sp>
      <p:sp>
        <p:nvSpPr>
          <p:cNvPr id="457" name="矩形 456">
            <a:extLst>
              <a:ext uri="{FF2B5EF4-FFF2-40B4-BE49-F238E27FC236}">
                <a16:creationId xmlns:a16="http://schemas.microsoft.com/office/drawing/2014/main" id="{C1759004-58D2-465B-81FD-4438809578F6}"/>
              </a:ext>
            </a:extLst>
          </p:cNvPr>
          <p:cNvSpPr>
            <a:spLocks noGrp="1"/>
          </p:cNvSpPr>
          <p:nvPr/>
        </p:nvSpPr>
        <p:spPr>
          <a:xfrm>
            <a:off x="0" y="391885"/>
            <a:ext cx="1621972" cy="119744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7807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8A1F7443-92C1-CD39-C469-BA023653B39D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6554395-5905-8CF7-056D-11998141133E}"/>
              </a:ext>
            </a:extLst>
          </p:cNvPr>
          <p:cNvSpPr>
            <a:spLocks noGrp="1"/>
          </p:cNvSpPr>
          <p:nvPr/>
        </p:nvSpPr>
        <p:spPr>
          <a:xfrm flipH="1">
            <a:off x="7387770" y="3735853"/>
            <a:ext cx="4775202" cy="1660618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blipFill rotWithShape="0"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section-title">
            <a:extLst>
              <a:ext uri="{FF2B5EF4-FFF2-40B4-BE49-F238E27FC236}">
                <a16:creationId xmlns:a16="http://schemas.microsoft.com/office/drawing/2014/main" id="{396D4A05-D3E1-43F0-ACD8-3190E21EFCA8}"/>
              </a:ext>
            </a:extLst>
          </p:cNvPr>
          <p:cNvSpPr>
            <a:spLocks noGrp="1"/>
          </p:cNvSpPr>
          <p:nvPr/>
        </p:nvSpPr>
        <p:spPr>
          <a:xfrm>
            <a:off x="7239000" y="1352550"/>
            <a:ext cx="48577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r">
              <a:buNone/>
              <a:defRPr sz="30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30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票房预测任务定义</a:t>
            </a:r>
          </a:p>
        </p:txBody>
      </p:sp>
      <p:sp>
        <p:nvSpPr>
          <p:cNvPr id="16" name="title-rule">
            <a:extLst>
              <a:ext uri="{FF2B5EF4-FFF2-40B4-BE49-F238E27FC236}">
                <a16:creationId xmlns:a16="http://schemas.microsoft.com/office/drawing/2014/main" id="{A771F5CF-FCB8-49FC-A744-9CF4103F5DF8}"/>
              </a:ext>
            </a:extLst>
          </p:cNvPr>
          <p:cNvSpPr>
            <a:spLocks noGrp="1"/>
          </p:cNvSpPr>
          <p:nvPr/>
        </p:nvSpPr>
        <p:spPr>
          <a:xfrm>
            <a:off x="7467600" y="1885950"/>
            <a:ext cx="472440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  <p:sp>
        <p:nvSpPr>
          <p:cNvPr id="17" name="left-heading">
            <a:extLst>
              <a:ext uri="{FF2B5EF4-FFF2-40B4-BE49-F238E27FC236}">
                <a16:creationId xmlns:a16="http://schemas.microsoft.com/office/drawing/2014/main" id="{10388FFC-3982-41F7-AF2D-AABEEB6DCA5E}"/>
              </a:ext>
            </a:extLst>
          </p:cNvPr>
          <p:cNvSpPr>
            <a:spLocks noGrp="1"/>
          </p:cNvSpPr>
          <p:nvPr/>
        </p:nvSpPr>
        <p:spPr>
          <a:xfrm>
            <a:off x="742950" y="1276350"/>
            <a:ext cx="61912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l">
              <a:buNone/>
              <a:defRPr sz="24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24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从电影特征到全球票房</a:t>
            </a:r>
          </a:p>
        </p:txBody>
      </p:sp>
      <p:sp>
        <p:nvSpPr>
          <p:cNvPr id="18" name="objective">
            <a:extLst>
              <a:ext uri="{FF2B5EF4-FFF2-40B4-BE49-F238E27FC236}">
                <a16:creationId xmlns:a16="http://schemas.microsoft.com/office/drawing/2014/main" id="{FDF4396B-AF54-4EA8-B993-DC158BDF6070}"/>
              </a:ext>
            </a:extLst>
          </p:cNvPr>
          <p:cNvSpPr>
            <a:spLocks noGrp="1"/>
          </p:cNvSpPr>
          <p:nvPr/>
        </p:nvSpPr>
        <p:spPr>
          <a:xfrm>
            <a:off x="742950" y="1828800"/>
            <a:ext cx="6286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 fontScale="98975"/>
          </a:bodyPr>
          <a:lstStyle/>
          <a:p>
            <a:pPr algn="l">
              <a:buNone/>
              <a:defRPr sz="195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95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目标：预测 revenue，并使用 log1p(revenue) 缓解长尾分布</a:t>
            </a:r>
          </a:p>
        </p:txBody>
      </p:sp>
      <p:sp>
        <p:nvSpPr>
          <p:cNvPr id="19" name="flow-电影元数据">
            <a:extLst>
              <a:ext uri="{FF2B5EF4-FFF2-40B4-BE49-F238E27FC236}">
                <a16:creationId xmlns:a16="http://schemas.microsoft.com/office/drawing/2014/main" id="{D0905056-A3A3-4822-B72D-01A822BFFADA}"/>
              </a:ext>
            </a:extLst>
          </p:cNvPr>
          <p:cNvSpPr>
            <a:spLocks noGrp="1"/>
          </p:cNvSpPr>
          <p:nvPr/>
        </p:nvSpPr>
        <p:spPr>
          <a:xfrm>
            <a:off x="742950" y="2667000"/>
            <a:ext cx="1476375" cy="990600"/>
          </a:xfrm>
          <a:prstGeom prst="roundRect">
            <a:avLst>
              <a:gd name="adj" fmla="val 7692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电影元数据</a:t>
            </a:r>
          </a:p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年份 / 片长</a:t>
            </a:r>
          </a:p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语言 / 类型</a:t>
            </a:r>
          </a:p>
        </p:txBody>
      </p:sp>
      <p:sp>
        <p:nvSpPr>
          <p:cNvPr id="20" name="flow-票房标签">
            <a:extLst>
              <a:ext uri="{FF2B5EF4-FFF2-40B4-BE49-F238E27FC236}">
                <a16:creationId xmlns:a16="http://schemas.microsoft.com/office/drawing/2014/main" id="{BBF563DD-DB51-45ED-AE8B-E3340E79695C}"/>
              </a:ext>
            </a:extLst>
          </p:cNvPr>
          <p:cNvSpPr>
            <a:spLocks noGrp="1"/>
          </p:cNvSpPr>
          <p:nvPr/>
        </p:nvSpPr>
        <p:spPr>
          <a:xfrm>
            <a:off x="2619375" y="2667000"/>
            <a:ext cx="1476375" cy="990600"/>
          </a:xfrm>
          <a:prstGeom prst="roundRect">
            <a:avLst>
              <a:gd name="adj" fmla="val 7692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票房标签</a:t>
            </a:r>
          </a:p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revenue</a:t>
            </a:r>
          </a:p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log1p 变换</a:t>
            </a:r>
          </a:p>
        </p:txBody>
      </p:sp>
      <p:sp>
        <p:nvSpPr>
          <p:cNvPr id="21" name="flow-训练划分">
            <a:extLst>
              <a:ext uri="{FF2B5EF4-FFF2-40B4-BE49-F238E27FC236}">
                <a16:creationId xmlns:a16="http://schemas.microsoft.com/office/drawing/2014/main" id="{C9FE7C63-6705-47F4-85E4-02BE134A5F99}"/>
              </a:ext>
            </a:extLst>
          </p:cNvPr>
          <p:cNvSpPr>
            <a:spLocks noGrp="1"/>
          </p:cNvSpPr>
          <p:nvPr/>
        </p:nvSpPr>
        <p:spPr>
          <a:xfrm>
            <a:off x="4495800" y="2667000"/>
            <a:ext cx="1476375" cy="990600"/>
          </a:xfrm>
          <a:prstGeom prst="roundRect">
            <a:avLst>
              <a:gd name="adj" fmla="val 7692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训练划分</a:t>
            </a:r>
          </a:p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4,988 训练</a:t>
            </a:r>
          </a:p>
          <a:p>
            <a:pPr algn="ctr">
              <a:buNone/>
              <a:def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1,247 验证</a:t>
            </a:r>
          </a:p>
        </p:txBody>
      </p:sp>
      <p:sp>
        <p:nvSpPr>
          <p:cNvPr id="22" name="arrow-1">
            <a:extLst>
              <a:ext uri="{FF2B5EF4-FFF2-40B4-BE49-F238E27FC236}">
                <a16:creationId xmlns:a16="http://schemas.microsoft.com/office/drawing/2014/main" id="{2B34E34A-1862-4558-BC7B-0A14537E29C5}"/>
              </a:ext>
            </a:extLst>
          </p:cNvPr>
          <p:cNvSpPr>
            <a:spLocks noGrp="1"/>
          </p:cNvSpPr>
          <p:nvPr/>
        </p:nvSpPr>
        <p:spPr>
          <a:xfrm>
            <a:off x="2219325" y="3162300"/>
            <a:ext cx="400050" cy="0"/>
          </a:xfrm>
          <a:prstGeom prst="line">
            <a:avLst/>
          </a:prstGeom>
          <a:ln w="19050">
            <a:solidFill>
              <a:srgbClr val="7A5A35"/>
            </a:solidFill>
            <a:prstDash val="solid"/>
          </a:ln>
        </p:spPr>
      </p:sp>
      <p:sp>
        <p:nvSpPr>
          <p:cNvPr id="23" name="arrow-2">
            <a:extLst>
              <a:ext uri="{FF2B5EF4-FFF2-40B4-BE49-F238E27FC236}">
                <a16:creationId xmlns:a16="http://schemas.microsoft.com/office/drawing/2014/main" id="{9DB891E4-3A72-4795-BBA4-112C3138F813}"/>
              </a:ext>
            </a:extLst>
          </p:cNvPr>
          <p:cNvSpPr>
            <a:spLocks noGrp="1"/>
          </p:cNvSpPr>
          <p:nvPr/>
        </p:nvSpPr>
        <p:spPr>
          <a:xfrm>
            <a:off x="4095750" y="3162300"/>
            <a:ext cx="400050" cy="0"/>
          </a:xfrm>
          <a:prstGeom prst="line">
            <a:avLst/>
          </a:prstGeom>
          <a:ln w="19050">
            <a:solidFill>
              <a:srgbClr val="7A5A35"/>
            </a:solidFill>
            <a:prstDash val="solid"/>
          </a:ln>
        </p:spPr>
      </p:sp>
      <p:sp>
        <p:nvSpPr>
          <p:cNvPr id="24" name="sample-kpi">
            <a:extLst>
              <a:ext uri="{FF2B5EF4-FFF2-40B4-BE49-F238E27FC236}">
                <a16:creationId xmlns:a16="http://schemas.microsoft.com/office/drawing/2014/main" id="{BE17D090-CBD2-4C12-A60D-C337C153FBFC}"/>
              </a:ext>
            </a:extLst>
          </p:cNvPr>
          <p:cNvSpPr>
            <a:spLocks noGrp="1"/>
          </p:cNvSpPr>
          <p:nvPr/>
        </p:nvSpPr>
        <p:spPr>
          <a:xfrm>
            <a:off x="876300" y="4333875"/>
            <a:ext cx="1524000" cy="819150"/>
          </a:xfrm>
          <a:prstGeom prst="roundRect">
            <a:avLst>
              <a:gd name="adj" fmla="val 9302"/>
            </a:avLst>
          </a:prstGeom>
          <a:solidFill>
            <a:srgbClr val="2F211D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72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6,235</a:t>
            </a:r>
          </a:p>
          <a:p>
            <a:pPr algn="ctr">
              <a:buNone/>
              <a:defRPr sz="172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有票房样本</a:t>
            </a:r>
          </a:p>
        </p:txBody>
      </p:sp>
      <p:sp>
        <p:nvSpPr>
          <p:cNvPr id="25" name="schema-kpi">
            <a:extLst>
              <a:ext uri="{FF2B5EF4-FFF2-40B4-BE49-F238E27FC236}">
                <a16:creationId xmlns:a16="http://schemas.microsoft.com/office/drawing/2014/main" id="{8A6FD7A6-5089-4BAF-92DD-D35FFA53F2A5}"/>
              </a:ext>
            </a:extLst>
          </p:cNvPr>
          <p:cNvSpPr>
            <a:spLocks noGrp="1"/>
          </p:cNvSpPr>
          <p:nvPr/>
        </p:nvSpPr>
        <p:spPr>
          <a:xfrm>
            <a:off x="2781300" y="4333875"/>
            <a:ext cx="1524000" cy="819150"/>
          </a:xfrm>
          <a:prstGeom prst="roundRect">
            <a:avLst>
              <a:gd name="adj" fmla="val 9302"/>
            </a:avLst>
          </a:prstGeom>
          <a:solidFill>
            <a:srgbClr val="7A5A35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72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66 维</a:t>
            </a:r>
          </a:p>
          <a:p>
            <a:pPr algn="ctr">
              <a:buNone/>
              <a:defRPr sz="172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特征输入</a:t>
            </a:r>
          </a:p>
        </p:txBody>
      </p:sp>
      <p:sp>
        <p:nvSpPr>
          <p:cNvPr id="26" name="metric-kpi">
            <a:extLst>
              <a:ext uri="{FF2B5EF4-FFF2-40B4-BE49-F238E27FC236}">
                <a16:creationId xmlns:a16="http://schemas.microsoft.com/office/drawing/2014/main" id="{6D5CACE9-8614-4252-9012-AE7758EC567F}"/>
              </a:ext>
            </a:extLst>
          </p:cNvPr>
          <p:cNvSpPr>
            <a:spLocks noGrp="1"/>
          </p:cNvSpPr>
          <p:nvPr/>
        </p:nvSpPr>
        <p:spPr>
          <a:xfrm>
            <a:off x="4686300" y="4333875"/>
            <a:ext cx="1524000" cy="819150"/>
          </a:xfrm>
          <a:prstGeom prst="roundRect">
            <a:avLst>
              <a:gd name="adj" fmla="val 9302"/>
            </a:avLst>
          </a:prstGeom>
          <a:solidFill>
            <a:srgbClr val="D9C1A5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72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验证目标</a:t>
            </a:r>
          </a:p>
          <a:p>
            <a:pPr algn="ctr">
              <a:buNone/>
              <a:defRPr sz="172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RMSE(log)</a:t>
            </a:r>
          </a:p>
        </p:txBody>
      </p:sp>
    </p:spTree>
    <p:extLst>
      <p:ext uri="{BB962C8B-B14F-4D97-AF65-F5344CB8AC3E}">
        <p14:creationId xmlns:p14="http://schemas.microsoft.com/office/powerpoint/2010/main" val="1692207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8A1F7443-92C1-CD39-C469-BA023653B39D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6554395-5905-8CF7-056D-11998141133E}"/>
              </a:ext>
            </a:extLst>
          </p:cNvPr>
          <p:cNvSpPr>
            <a:spLocks noGrp="1"/>
          </p:cNvSpPr>
          <p:nvPr/>
        </p:nvSpPr>
        <p:spPr>
          <a:xfrm flipH="1">
            <a:off x="7387770" y="3735853"/>
            <a:ext cx="4775202" cy="1660618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blipFill rotWithShape="0"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section-title">
            <a:extLst>
              <a:ext uri="{FF2B5EF4-FFF2-40B4-BE49-F238E27FC236}">
                <a16:creationId xmlns:a16="http://schemas.microsoft.com/office/drawing/2014/main" id="{FED8FCBE-E641-429C-9915-32C88C6E8CEB}"/>
              </a:ext>
            </a:extLst>
          </p:cNvPr>
          <p:cNvSpPr>
            <a:spLocks noGrp="1"/>
          </p:cNvSpPr>
          <p:nvPr/>
        </p:nvSpPr>
        <p:spPr>
          <a:xfrm>
            <a:off x="7239000" y="1352550"/>
            <a:ext cx="48577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r">
              <a:buNone/>
              <a:defRPr sz="30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30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特征工程与模型融合</a:t>
            </a:r>
          </a:p>
        </p:txBody>
      </p:sp>
      <p:sp>
        <p:nvSpPr>
          <p:cNvPr id="16" name="title-rule">
            <a:extLst>
              <a:ext uri="{FF2B5EF4-FFF2-40B4-BE49-F238E27FC236}">
                <a16:creationId xmlns:a16="http://schemas.microsoft.com/office/drawing/2014/main" id="{E4CC6AD9-35CE-4AA6-AB6C-78A04E08779F}"/>
              </a:ext>
            </a:extLst>
          </p:cNvPr>
          <p:cNvSpPr>
            <a:spLocks noGrp="1"/>
          </p:cNvSpPr>
          <p:nvPr/>
        </p:nvSpPr>
        <p:spPr>
          <a:xfrm>
            <a:off x="7467600" y="1885950"/>
            <a:ext cx="472440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  <p:sp>
        <p:nvSpPr>
          <p:cNvPr id="17" name="left-heading">
            <a:extLst>
              <a:ext uri="{FF2B5EF4-FFF2-40B4-BE49-F238E27FC236}">
                <a16:creationId xmlns:a16="http://schemas.microsoft.com/office/drawing/2014/main" id="{79268C2F-FF1B-4770-8E49-52D0B6EC24E8}"/>
              </a:ext>
            </a:extLst>
          </p:cNvPr>
          <p:cNvSpPr>
            <a:spLocks noGrp="1"/>
          </p:cNvSpPr>
          <p:nvPr/>
        </p:nvSpPr>
        <p:spPr>
          <a:xfrm>
            <a:off x="742950" y="1276350"/>
            <a:ext cx="61912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l">
              <a:buNone/>
              <a:defRPr sz="24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24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66 维 schema 统一训练与推理</a:t>
            </a:r>
          </a:p>
        </p:txBody>
      </p:sp>
      <p:sp>
        <p:nvSpPr>
          <p:cNvPr id="18" name="feature-h-数值特征 14 维">
            <a:extLst>
              <a:ext uri="{FF2B5EF4-FFF2-40B4-BE49-F238E27FC236}">
                <a16:creationId xmlns:a16="http://schemas.microsoft.com/office/drawing/2014/main" id="{B232B19A-CEE3-450A-AE1E-88367B6A95CA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 fontScale="86420"/>
          </a:bodyPr>
          <a:lstStyle/>
          <a:p>
            <a:pPr algn="l">
              <a:buNone/>
              <a:defRPr sz="2025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2025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数值特征 14 维</a:t>
            </a:r>
          </a:p>
        </p:txBody>
      </p:sp>
      <p:sp>
        <p:nvSpPr>
          <p:cNvPr id="19" name="feature-b-数值特征 14 维">
            <a:extLst>
              <a:ext uri="{FF2B5EF4-FFF2-40B4-BE49-F238E27FC236}">
                <a16:creationId xmlns:a16="http://schemas.microsoft.com/office/drawing/2014/main" id="{D1C1E1B1-BB85-4E92-94CA-4778629F9889}"/>
              </a:ext>
            </a:extLst>
          </p:cNvPr>
          <p:cNvSpPr>
            <a:spLocks noGrp="1"/>
          </p:cNvSpPr>
          <p:nvPr/>
        </p:nvSpPr>
        <p:spPr>
          <a:xfrm>
            <a:off x="2857500" y="2076450"/>
            <a:ext cx="4095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 fontScale="80011"/>
          </a:bodyPr>
          <a:lstStyle/>
          <a:p>
            <a:pPr algn="l">
              <a:buNone/>
              <a:defRPr sz="172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年份、片长、TMDb 热度、预算、评分统计、标签数</a:t>
            </a:r>
          </a:p>
        </p:txBody>
      </p:sp>
      <p:sp>
        <p:nvSpPr>
          <p:cNvPr id="20" name="feature-rule-数值特征 14 维">
            <a:extLst>
              <a:ext uri="{FF2B5EF4-FFF2-40B4-BE49-F238E27FC236}">
                <a16:creationId xmlns:a16="http://schemas.microsoft.com/office/drawing/2014/main" id="{22D4694A-DF43-4EA6-A0D4-3C179CE599FD}"/>
              </a:ext>
            </a:extLst>
          </p:cNvPr>
          <p:cNvSpPr>
            <a:spLocks noGrp="1"/>
          </p:cNvSpPr>
          <p:nvPr/>
        </p:nvSpPr>
        <p:spPr>
          <a:xfrm>
            <a:off x="742950" y="2676525"/>
            <a:ext cx="615315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  <p:sp>
        <p:nvSpPr>
          <p:cNvPr id="21" name="feature-h-类别编码">
            <a:extLst>
              <a:ext uri="{FF2B5EF4-FFF2-40B4-BE49-F238E27FC236}">
                <a16:creationId xmlns:a16="http://schemas.microsoft.com/office/drawing/2014/main" id="{684B87F7-52A4-40B1-B237-4E47560AD85F}"/>
              </a:ext>
            </a:extLst>
          </p:cNvPr>
          <p:cNvSpPr>
            <a:spLocks noGrp="1"/>
          </p:cNvSpPr>
          <p:nvPr/>
        </p:nvSpPr>
        <p:spPr>
          <a:xfrm>
            <a:off x="762000" y="3076575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 fontScale="86420"/>
          </a:bodyPr>
          <a:lstStyle/>
          <a:p>
            <a:pPr algn="l">
              <a:buNone/>
              <a:defRPr sz="2025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2025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类别编码</a:t>
            </a:r>
          </a:p>
        </p:txBody>
      </p:sp>
      <p:sp>
        <p:nvSpPr>
          <p:cNvPr id="22" name="feature-b-类别编码">
            <a:extLst>
              <a:ext uri="{FF2B5EF4-FFF2-40B4-BE49-F238E27FC236}">
                <a16:creationId xmlns:a16="http://schemas.microsoft.com/office/drawing/2014/main" id="{02F8EF77-C3FB-4A28-BEBB-6D1353C8C670}"/>
              </a:ext>
            </a:extLst>
          </p:cNvPr>
          <p:cNvSpPr>
            <a:spLocks noGrp="1"/>
          </p:cNvSpPr>
          <p:nvPr/>
        </p:nvSpPr>
        <p:spPr>
          <a:xfrm>
            <a:off x="2857500" y="3105150"/>
            <a:ext cx="4095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 fontScale="72020"/>
          </a:bodyPr>
          <a:lstStyle/>
          <a:p>
            <a:pPr algn="l">
              <a:buNone/>
              <a:defRPr sz="172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语言 one-hot + 类型 one-hot，训练和推理共用同一 schema</a:t>
            </a:r>
          </a:p>
        </p:txBody>
      </p:sp>
      <p:sp>
        <p:nvSpPr>
          <p:cNvPr id="23" name="feature-rule-类别编码">
            <a:extLst>
              <a:ext uri="{FF2B5EF4-FFF2-40B4-BE49-F238E27FC236}">
                <a16:creationId xmlns:a16="http://schemas.microsoft.com/office/drawing/2014/main" id="{6CECD72E-CDC2-4496-810E-95C8ED6FA311}"/>
              </a:ext>
            </a:extLst>
          </p:cNvPr>
          <p:cNvSpPr>
            <a:spLocks noGrp="1"/>
          </p:cNvSpPr>
          <p:nvPr/>
        </p:nvSpPr>
        <p:spPr>
          <a:xfrm>
            <a:off x="742950" y="3705225"/>
            <a:ext cx="615315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  <p:sp>
        <p:nvSpPr>
          <p:cNvPr id="24" name="feature-h-集中管理">
            <a:extLst>
              <a:ext uri="{FF2B5EF4-FFF2-40B4-BE49-F238E27FC236}">
                <a16:creationId xmlns:a16="http://schemas.microsoft.com/office/drawing/2014/main" id="{61018A67-8B0F-4C3E-9ED5-D6028AD016DB}"/>
              </a:ext>
            </a:extLst>
          </p:cNvPr>
          <p:cNvSpPr>
            <a:spLocks noGrp="1"/>
          </p:cNvSpPr>
          <p:nvPr/>
        </p:nvSpPr>
        <p:spPr>
          <a:xfrm>
            <a:off x="762000" y="4105275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 fontScale="86420"/>
          </a:bodyPr>
          <a:lstStyle/>
          <a:p>
            <a:pPr algn="l">
              <a:buNone/>
              <a:defRPr sz="2025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2025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集中管理</a:t>
            </a:r>
          </a:p>
        </p:txBody>
      </p:sp>
      <p:sp>
        <p:nvSpPr>
          <p:cNvPr id="25" name="feature-b-集中管理">
            <a:extLst>
              <a:ext uri="{FF2B5EF4-FFF2-40B4-BE49-F238E27FC236}">
                <a16:creationId xmlns:a16="http://schemas.microsoft.com/office/drawing/2014/main" id="{75266712-2215-429F-B0C9-9DB26DF06233}"/>
              </a:ext>
            </a:extLst>
          </p:cNvPr>
          <p:cNvSpPr>
            <a:spLocks noGrp="1"/>
          </p:cNvSpPr>
          <p:nvPr/>
        </p:nvSpPr>
        <p:spPr>
          <a:xfrm>
            <a:off x="2857500" y="4133850"/>
            <a:ext cx="4095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 fontScale="67424"/>
          </a:bodyPr>
          <a:lstStyle/>
          <a:p>
            <a:pPr algn="l">
              <a:buNone/>
              <a:defRPr sz="172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72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models/revenue_features.py 固化特征顺序，避免线上线下偏移</a:t>
            </a:r>
          </a:p>
        </p:txBody>
      </p:sp>
      <p:sp>
        <p:nvSpPr>
          <p:cNvPr id="26" name="feature-rule-集中管理">
            <a:extLst>
              <a:ext uri="{FF2B5EF4-FFF2-40B4-BE49-F238E27FC236}">
                <a16:creationId xmlns:a16="http://schemas.microsoft.com/office/drawing/2014/main" id="{B4C49A93-37C5-460B-BFAD-CE8FCC96CBF3}"/>
              </a:ext>
            </a:extLst>
          </p:cNvPr>
          <p:cNvSpPr>
            <a:spLocks noGrp="1"/>
          </p:cNvSpPr>
          <p:nvPr/>
        </p:nvSpPr>
        <p:spPr>
          <a:xfrm>
            <a:off x="742950" y="4733925"/>
            <a:ext cx="615315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  <p:sp>
        <p:nvSpPr>
          <p:cNvPr id="27" name="xgb">
            <a:extLst>
              <a:ext uri="{FF2B5EF4-FFF2-40B4-BE49-F238E27FC236}">
                <a16:creationId xmlns:a16="http://schemas.microsoft.com/office/drawing/2014/main" id="{B1F793FE-71FB-4E94-B634-67C5D5AA419A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XGBoost</a:t>
            </a:r>
          </a:p>
          <a:p>
            <a:pPr algn="ctr">
              <a:buNone/>
              <a:def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独立训练</a:t>
            </a:r>
          </a:p>
        </p:txBody>
      </p:sp>
      <p:sp>
        <p:nvSpPr>
          <p:cNvPr id="28" name="lgbm">
            <a:extLst>
              <a:ext uri="{FF2B5EF4-FFF2-40B4-BE49-F238E27FC236}">
                <a16:creationId xmlns:a16="http://schemas.microsoft.com/office/drawing/2014/main" id="{98B54542-6529-4385-B2B3-342A7F1307D9}"/>
              </a:ext>
            </a:extLst>
          </p:cNvPr>
          <p:cNvSpPr>
            <a:spLocks noGrp="1"/>
          </p:cNvSpPr>
          <p:nvPr/>
        </p:nvSpPr>
        <p:spPr>
          <a:xfrm>
            <a:off x="2781300" y="491490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LightGBM</a:t>
            </a:r>
          </a:p>
          <a:p>
            <a:pPr algn="ctr">
              <a:buNone/>
              <a:def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独立训练</a:t>
            </a:r>
          </a:p>
        </p:txBody>
      </p:sp>
      <p:sp>
        <p:nvSpPr>
          <p:cNvPr id="29" name="ensemble">
            <a:extLst>
              <a:ext uri="{FF2B5EF4-FFF2-40B4-BE49-F238E27FC236}">
                <a16:creationId xmlns:a16="http://schemas.microsoft.com/office/drawing/2014/main" id="{462DFA46-7379-4F33-8E07-0312E319357A}"/>
              </a:ext>
            </a:extLst>
          </p:cNvPr>
          <p:cNvSpPr>
            <a:spLocks noGrp="1"/>
          </p:cNvSpPr>
          <p:nvPr/>
        </p:nvSpPr>
        <p:spPr>
          <a:xfrm>
            <a:off x="4686300" y="491490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2F211D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融合权重</a:t>
            </a:r>
          </a:p>
          <a:p>
            <a:pPr algn="ctr">
              <a:buNone/>
              <a:def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0.88 / 0.12</a:t>
            </a:r>
          </a:p>
        </p:txBody>
      </p:sp>
      <p:sp>
        <p:nvSpPr>
          <p:cNvPr id="30" name="validation-metrics">
            <a:extLst>
              <a:ext uri="{FF2B5EF4-FFF2-40B4-BE49-F238E27FC236}">
                <a16:creationId xmlns:a16="http://schemas.microsoft.com/office/drawing/2014/main" id="{07D24E1D-7AE1-41C4-8D89-06B4857BDA22}"/>
              </a:ext>
            </a:extLst>
          </p:cNvPr>
          <p:cNvSpPr>
            <a:spLocks noGrp="1"/>
          </p:cNvSpPr>
          <p:nvPr/>
        </p:nvSpPr>
        <p:spPr>
          <a:xfrm>
            <a:off x="819150" y="5715000"/>
            <a:ext cx="5334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 fontScale="98485"/>
          </a:bodyPr>
          <a:lstStyle/>
          <a:p>
            <a:pPr algn="l">
              <a:buNone/>
              <a:defRPr sz="1650" b="1" i="0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650" b="1" i="0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验证集：RMSE(log)≈1.27，R²(log)≈0.65</a:t>
            </a:r>
          </a:p>
        </p:txBody>
      </p:sp>
    </p:spTree>
    <p:extLst>
      <p:ext uri="{BB962C8B-B14F-4D97-AF65-F5344CB8AC3E}">
        <p14:creationId xmlns:p14="http://schemas.microsoft.com/office/powerpoint/2010/main" val="1692207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8A1F7443-92C1-CD39-C469-BA023653B39D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6554395-5905-8CF7-056D-11998141133E}"/>
              </a:ext>
            </a:extLst>
          </p:cNvPr>
          <p:cNvSpPr>
            <a:spLocks noGrp="1"/>
          </p:cNvSpPr>
          <p:nvPr/>
        </p:nvSpPr>
        <p:spPr>
          <a:xfrm flipH="1">
            <a:off x="7387770" y="3735853"/>
            <a:ext cx="4775202" cy="1660618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blipFill rotWithShape="0"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section-title">
            <a:extLst>
              <a:ext uri="{FF2B5EF4-FFF2-40B4-BE49-F238E27FC236}">
                <a16:creationId xmlns:a16="http://schemas.microsoft.com/office/drawing/2014/main" id="{218FB4E7-6728-4F22-BFE1-B24BA4A2A492}"/>
              </a:ext>
            </a:extLst>
          </p:cNvPr>
          <p:cNvSpPr>
            <a:spLocks noGrp="1"/>
          </p:cNvSpPr>
          <p:nvPr/>
        </p:nvSpPr>
        <p:spPr>
          <a:xfrm>
            <a:off x="6667500" y="1352550"/>
            <a:ext cx="52387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r">
              <a:buNone/>
              <a:defRPr sz="30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30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推荐服务架构</a:t>
            </a:r>
          </a:p>
        </p:txBody>
      </p:sp>
      <p:sp>
        <p:nvSpPr>
          <p:cNvPr id="16" name="title-rule">
            <a:extLst>
              <a:ext uri="{FF2B5EF4-FFF2-40B4-BE49-F238E27FC236}">
                <a16:creationId xmlns:a16="http://schemas.microsoft.com/office/drawing/2014/main" id="{A98B4BA0-F746-497D-89E8-507704F78CBF}"/>
              </a:ext>
            </a:extLst>
          </p:cNvPr>
          <p:cNvSpPr>
            <a:spLocks noGrp="1"/>
          </p:cNvSpPr>
          <p:nvPr/>
        </p:nvSpPr>
        <p:spPr>
          <a:xfrm>
            <a:off x="7467600" y="1885950"/>
            <a:ext cx="472440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  <p:sp>
        <p:nvSpPr>
          <p:cNvPr id="17" name="left-heading">
            <a:extLst>
              <a:ext uri="{FF2B5EF4-FFF2-40B4-BE49-F238E27FC236}">
                <a16:creationId xmlns:a16="http://schemas.microsoft.com/office/drawing/2014/main" id="{F3AEC43D-6296-46F0-9018-441C55F847F8}"/>
              </a:ext>
            </a:extLst>
          </p:cNvPr>
          <p:cNvSpPr>
            <a:spLocks noGrp="1"/>
          </p:cNvSpPr>
          <p:nvPr/>
        </p:nvSpPr>
        <p:spPr>
          <a:xfrm>
            <a:off x="742950" y="1276350"/>
            <a:ext cx="61912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l">
              <a:buNone/>
              <a:defRPr sz="24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24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离线 artifacts 到在线推荐</a:t>
            </a:r>
          </a:p>
        </p:txBody>
      </p:sp>
      <p:sp>
        <p:nvSpPr>
          <p:cNvPr id="18" name="offline">
            <a:extLst>
              <a:ext uri="{FF2B5EF4-FFF2-40B4-BE49-F238E27FC236}">
                <a16:creationId xmlns:a16="http://schemas.microsoft.com/office/drawing/2014/main" id="{E53623FC-C6A1-41F3-B6EE-D6AB695AB235}"/>
              </a:ext>
            </a:extLst>
          </p:cNvPr>
          <p:cNvSpPr>
            <a:spLocks noGrp="1"/>
          </p:cNvSpPr>
          <p:nvPr/>
        </p:nvSpPr>
        <p:spPr>
          <a:xfrm>
            <a:off x="762000" y="2333625"/>
            <a:ext cx="1809750" cy="990600"/>
          </a:xfrm>
          <a:prstGeom prst="roundRect">
            <a:avLst>
              <a:gd name="adj" fmla="val 7692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42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42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离线构建</a:t>
            </a:r>
          </a:p>
          <a:p>
            <a:pPr algn="ctr">
              <a:buNone/>
              <a:defRPr sz="142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42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TF-IDF / CountVectorizer / KNN</a:t>
            </a:r>
          </a:p>
        </p:txBody>
      </p:sp>
      <p:sp>
        <p:nvSpPr>
          <p:cNvPr id="19" name="service">
            <a:extLst>
              <a:ext uri="{FF2B5EF4-FFF2-40B4-BE49-F238E27FC236}">
                <a16:creationId xmlns:a16="http://schemas.microsoft.com/office/drawing/2014/main" id="{B3ADC5B9-4A09-4A38-B766-723E0A76F409}"/>
              </a:ext>
            </a:extLst>
          </p:cNvPr>
          <p:cNvSpPr>
            <a:spLocks noGrp="1"/>
          </p:cNvSpPr>
          <p:nvPr/>
        </p:nvSpPr>
        <p:spPr>
          <a:xfrm>
            <a:off x="3095625" y="2333625"/>
            <a:ext cx="1619250" cy="990600"/>
          </a:xfrm>
          <a:prstGeom prst="roundRect">
            <a:avLst>
              <a:gd name="adj" fmla="val 7692"/>
            </a:avLst>
          </a:prstGeom>
          <a:solidFill>
            <a:srgbClr val="7A5A35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FastAPI 微服务</a:t>
            </a:r>
          </a:p>
          <a:p>
            <a:pPr algn="ctr">
              <a:buNone/>
              <a:def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端口 3000</a:t>
            </a:r>
          </a:p>
        </p:txBody>
      </p:sp>
      <p:sp>
        <p:nvSpPr>
          <p:cNvPr id="20" name="routes">
            <a:extLst>
              <a:ext uri="{FF2B5EF4-FFF2-40B4-BE49-F238E27FC236}">
                <a16:creationId xmlns:a16="http://schemas.microsoft.com/office/drawing/2014/main" id="{67E2FAB4-F5CD-474E-B032-F064B356A7E4}"/>
              </a:ext>
            </a:extLst>
          </p:cNvPr>
          <p:cNvSpPr>
            <a:spLocks noGrp="1"/>
          </p:cNvSpPr>
          <p:nvPr/>
        </p:nvSpPr>
        <p:spPr>
          <a:xfrm>
            <a:off x="5095875" y="2333625"/>
            <a:ext cx="2181225" cy="990600"/>
          </a:xfrm>
          <a:prstGeom prst="roundRect">
            <a:avLst>
              <a:gd name="adj" fmla="val 7692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 fontScale="94367"/>
          </a:bodyPr>
          <a:lstStyle/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 dirty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/</a:t>
            </a:r>
            <a:r>
              <a:rPr lang="en-US" sz="1500" b="1" i="0" dirty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recommend/</a:t>
            </a:r>
            <a:r>
              <a:rPr lang="en-US" altLang="zh-CN" sz="1500" b="1" i="0" dirty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agent</a:t>
            </a:r>
          </a:p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 dirty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/recommend/content</a:t>
            </a:r>
          </a:p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 dirty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/recommend/collaborative</a:t>
            </a:r>
          </a:p>
        </p:txBody>
      </p:sp>
      <p:sp>
        <p:nvSpPr>
          <p:cNvPr id="21" name="pipe-1">
            <a:extLst>
              <a:ext uri="{FF2B5EF4-FFF2-40B4-BE49-F238E27FC236}">
                <a16:creationId xmlns:a16="http://schemas.microsoft.com/office/drawing/2014/main" id="{89DD26D8-2F19-4BC6-A41A-00A23AB8A5DD}"/>
              </a:ext>
            </a:extLst>
          </p:cNvPr>
          <p:cNvSpPr>
            <a:spLocks noGrp="1"/>
          </p:cNvSpPr>
          <p:nvPr/>
        </p:nvSpPr>
        <p:spPr>
          <a:xfrm>
            <a:off x="2571750" y="2828925"/>
            <a:ext cx="523875" cy="0"/>
          </a:xfrm>
          <a:prstGeom prst="line">
            <a:avLst/>
          </a:prstGeom>
          <a:ln w="19050">
            <a:solidFill>
              <a:srgbClr val="7A5A35"/>
            </a:solidFill>
            <a:prstDash val="solid"/>
          </a:ln>
        </p:spPr>
      </p:sp>
      <p:sp>
        <p:nvSpPr>
          <p:cNvPr id="22" name="pipe-2">
            <a:extLst>
              <a:ext uri="{FF2B5EF4-FFF2-40B4-BE49-F238E27FC236}">
                <a16:creationId xmlns:a16="http://schemas.microsoft.com/office/drawing/2014/main" id="{0B7EFA3A-EA52-4B65-883A-1B5513E1B62F}"/>
              </a:ext>
            </a:extLst>
          </p:cNvPr>
          <p:cNvSpPr>
            <a:spLocks noGrp="1"/>
          </p:cNvSpPr>
          <p:nvPr/>
        </p:nvSpPr>
        <p:spPr>
          <a:xfrm>
            <a:off x="4714876" y="2828925"/>
            <a:ext cx="381000" cy="0"/>
          </a:xfrm>
          <a:prstGeom prst="line">
            <a:avLst/>
          </a:prstGeom>
          <a:ln w="19050">
            <a:solidFill>
              <a:srgbClr val="7A5A35"/>
            </a:solidFill>
            <a:prstDash val="solid"/>
          </a:ln>
        </p:spPr>
      </p:sp>
      <p:sp>
        <p:nvSpPr>
          <p:cNvPr id="23" name="coverage">
            <a:extLst>
              <a:ext uri="{FF2B5EF4-FFF2-40B4-BE49-F238E27FC236}">
                <a16:creationId xmlns:a16="http://schemas.microsoft.com/office/drawing/2014/main" id="{A00ACFE9-BCE8-4CCD-ADEB-439992FA5218}"/>
              </a:ext>
            </a:extLst>
          </p:cNvPr>
          <p:cNvSpPr>
            <a:spLocks noGrp="1"/>
          </p:cNvSpPr>
          <p:nvPr/>
        </p:nvSpPr>
        <p:spPr>
          <a:xfrm>
            <a:off x="781050" y="3857625"/>
            <a:ext cx="61150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l">
              <a:buNone/>
              <a:defRPr sz="187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87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覆盖 9,727 部电影；实时返回候选、分数与理由</a:t>
            </a:r>
          </a:p>
        </p:txBody>
      </p:sp>
      <p:sp>
        <p:nvSpPr>
          <p:cNvPr id="24" name="coverage-rule">
            <a:extLst>
              <a:ext uri="{FF2B5EF4-FFF2-40B4-BE49-F238E27FC236}">
                <a16:creationId xmlns:a16="http://schemas.microsoft.com/office/drawing/2014/main" id="{B869C1DB-8896-454D-94B5-F55401073997}"/>
              </a:ext>
            </a:extLst>
          </p:cNvPr>
          <p:cNvSpPr>
            <a:spLocks noGrp="1"/>
          </p:cNvSpPr>
          <p:nvPr/>
        </p:nvSpPr>
        <p:spPr>
          <a:xfrm>
            <a:off x="742950" y="4552950"/>
            <a:ext cx="615315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  <p:sp>
        <p:nvSpPr>
          <p:cNvPr id="25" name="two-path">
            <a:extLst>
              <a:ext uri="{FF2B5EF4-FFF2-40B4-BE49-F238E27FC236}">
                <a16:creationId xmlns:a16="http://schemas.microsoft.com/office/drawing/2014/main" id="{96BB670A-7BEB-4D35-9827-65400842C3C3}"/>
              </a:ext>
            </a:extLst>
          </p:cNvPr>
          <p:cNvSpPr>
            <a:spLocks noGrp="1"/>
          </p:cNvSpPr>
          <p:nvPr/>
        </p:nvSpPr>
        <p:spPr>
          <a:xfrm>
            <a:off x="781050" y="4810125"/>
            <a:ext cx="61912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l">
              <a:buNone/>
              <a:defRPr sz="18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800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内容推荐：overview 文本相似度 + 内容汤双路融合</a:t>
            </a:r>
          </a:p>
        </p:txBody>
      </p:sp>
    </p:spTree>
    <p:extLst>
      <p:ext uri="{BB962C8B-B14F-4D97-AF65-F5344CB8AC3E}">
        <p14:creationId xmlns:p14="http://schemas.microsoft.com/office/powerpoint/2010/main" val="1692207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8A1F7443-92C1-CD39-C469-BA023653B39D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6554395-5905-8CF7-056D-11998141133E}"/>
              </a:ext>
            </a:extLst>
          </p:cNvPr>
          <p:cNvSpPr>
            <a:spLocks noGrp="1"/>
          </p:cNvSpPr>
          <p:nvPr/>
        </p:nvSpPr>
        <p:spPr>
          <a:xfrm flipH="1">
            <a:off x="7387770" y="3735853"/>
            <a:ext cx="4775202" cy="1660618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blipFill rotWithShape="0"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section-title">
            <a:extLst>
              <a:ext uri="{FF2B5EF4-FFF2-40B4-BE49-F238E27FC236}">
                <a16:creationId xmlns:a16="http://schemas.microsoft.com/office/drawing/2014/main" id="{D0BF8D17-3C40-4C83-B663-BBB7D1379CA7}"/>
              </a:ext>
            </a:extLst>
          </p:cNvPr>
          <p:cNvSpPr>
            <a:spLocks noGrp="1"/>
          </p:cNvSpPr>
          <p:nvPr/>
        </p:nvSpPr>
        <p:spPr>
          <a:xfrm>
            <a:off x="7239000" y="1352550"/>
            <a:ext cx="48577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r">
              <a:buNone/>
              <a:defRPr sz="30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30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混合推荐策略</a:t>
            </a:r>
          </a:p>
        </p:txBody>
      </p:sp>
      <p:sp>
        <p:nvSpPr>
          <p:cNvPr id="16" name="title-rule">
            <a:extLst>
              <a:ext uri="{FF2B5EF4-FFF2-40B4-BE49-F238E27FC236}">
                <a16:creationId xmlns:a16="http://schemas.microsoft.com/office/drawing/2014/main" id="{BF62CD65-9F65-46DF-9B52-58B7862AAE7E}"/>
              </a:ext>
            </a:extLst>
          </p:cNvPr>
          <p:cNvSpPr>
            <a:spLocks noGrp="1"/>
          </p:cNvSpPr>
          <p:nvPr/>
        </p:nvSpPr>
        <p:spPr>
          <a:xfrm>
            <a:off x="7467600" y="1885950"/>
            <a:ext cx="472440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  <p:sp>
        <p:nvSpPr>
          <p:cNvPr id="17" name="left-heading">
            <a:extLst>
              <a:ext uri="{FF2B5EF4-FFF2-40B4-BE49-F238E27FC236}">
                <a16:creationId xmlns:a16="http://schemas.microsoft.com/office/drawing/2014/main" id="{8DD57F7B-A462-4646-8FE3-3EFA759CB691}"/>
              </a:ext>
            </a:extLst>
          </p:cNvPr>
          <p:cNvSpPr>
            <a:spLocks noGrp="1"/>
          </p:cNvSpPr>
          <p:nvPr/>
        </p:nvSpPr>
        <p:spPr>
          <a:xfrm>
            <a:off x="742950" y="1276350"/>
            <a:ext cx="61912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l">
              <a:buNone/>
              <a:defRPr sz="24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2400" b="1" i="1">
                <a:solidFill>
                  <a:srgbClr val="7A5A35"/>
                </a:solidFill>
                <a:latin typeface="思源宋体 CN Heavy"/>
                <a:ea typeface="思源宋体 CN Heavy"/>
                <a:cs typeface="思源宋体 CN Heavy"/>
              </a:rPr>
              <a:t>内容推荐 + 协同过滤 + 兜底补足</a:t>
            </a:r>
          </a:p>
        </p:txBody>
      </p:sp>
      <p:sp>
        <p:nvSpPr>
          <p:cNvPr id="18" name="content">
            <a:extLst>
              <a:ext uri="{FF2B5EF4-FFF2-40B4-BE49-F238E27FC236}">
                <a16:creationId xmlns:a16="http://schemas.microsoft.com/office/drawing/2014/main" id="{B7C7D3AE-5B0F-43BA-9AF9-9CDBD8BEEA2F}"/>
              </a:ext>
            </a:extLst>
          </p:cNvPr>
          <p:cNvSpPr>
            <a:spLocks noGrp="1"/>
          </p:cNvSpPr>
          <p:nvPr/>
        </p:nvSpPr>
        <p:spPr>
          <a:xfrm>
            <a:off x="742950" y="2209800"/>
            <a:ext cx="1714500" cy="914400"/>
          </a:xfrm>
          <a:prstGeom prst="roundRect">
            <a:avLst>
              <a:gd name="adj" fmla="val 8333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Content-Based</a:t>
            </a:r>
          </a:p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文本 / 内容汤相似</a:t>
            </a:r>
          </a:p>
        </p:txBody>
      </p:sp>
      <p:sp>
        <p:nvSpPr>
          <p:cNvPr id="19" name="item">
            <a:extLst>
              <a:ext uri="{FF2B5EF4-FFF2-40B4-BE49-F238E27FC236}">
                <a16:creationId xmlns:a16="http://schemas.microsoft.com/office/drawing/2014/main" id="{09A06CA0-EE65-49D2-8DFB-BC6609F9010C}"/>
              </a:ext>
            </a:extLst>
          </p:cNvPr>
          <p:cNvSpPr>
            <a:spLocks noGrp="1"/>
          </p:cNvSpPr>
          <p:nvPr/>
        </p:nvSpPr>
        <p:spPr>
          <a:xfrm>
            <a:off x="2857500" y="2209800"/>
            <a:ext cx="1428750" cy="914400"/>
          </a:xfrm>
          <a:prstGeom prst="roundRect">
            <a:avLst>
              <a:gd name="adj" fmla="val 8333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Item-KNN</a:t>
            </a:r>
          </a:p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相似电影</a:t>
            </a:r>
          </a:p>
        </p:txBody>
      </p:sp>
      <p:sp>
        <p:nvSpPr>
          <p:cNvPr id="20" name="user">
            <a:extLst>
              <a:ext uri="{FF2B5EF4-FFF2-40B4-BE49-F238E27FC236}">
                <a16:creationId xmlns:a16="http://schemas.microsoft.com/office/drawing/2014/main" id="{C98DEC26-4C90-4106-82A5-DC142FBACC2B}"/>
              </a:ext>
            </a:extLst>
          </p:cNvPr>
          <p:cNvSpPr>
            <a:spLocks noGrp="1"/>
          </p:cNvSpPr>
          <p:nvPr/>
        </p:nvSpPr>
        <p:spPr>
          <a:xfrm>
            <a:off x="4686300" y="2209800"/>
            <a:ext cx="1428750" cy="914400"/>
          </a:xfrm>
          <a:prstGeom prst="roundRect">
            <a:avLst>
              <a:gd name="adj" fmla="val 8333"/>
            </a:avLst>
          </a:prstGeom>
          <a:solidFill>
            <a:srgbClr val="EFE4D6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User-KNN</a:t>
            </a:r>
          </a:p>
          <a:p>
            <a:pPr algn="ctr">
              <a:buNone/>
              <a:def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00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近邻偏好</a:t>
            </a:r>
          </a:p>
        </p:txBody>
      </p:sp>
      <p:sp>
        <p:nvSpPr>
          <p:cNvPr id="21" name="merge-1">
            <a:extLst>
              <a:ext uri="{FF2B5EF4-FFF2-40B4-BE49-F238E27FC236}">
                <a16:creationId xmlns:a16="http://schemas.microsoft.com/office/drawing/2014/main" id="{7506F30E-599D-4EA6-9F07-854E75D947AD}"/>
              </a:ext>
            </a:extLst>
          </p:cNvPr>
          <p:cNvSpPr>
            <a:spLocks noGrp="1"/>
          </p:cNvSpPr>
          <p:nvPr/>
        </p:nvSpPr>
        <p:spPr>
          <a:xfrm>
            <a:off x="2457450" y="2667000"/>
            <a:ext cx="400050" cy="0"/>
          </a:xfrm>
          <a:prstGeom prst="line">
            <a:avLst/>
          </a:prstGeom>
          <a:ln w="19050">
            <a:solidFill>
              <a:srgbClr val="7A5A35"/>
            </a:solidFill>
            <a:prstDash val="solid"/>
          </a:ln>
        </p:spPr>
      </p:sp>
      <p:sp>
        <p:nvSpPr>
          <p:cNvPr id="22" name="merge-2">
            <a:extLst>
              <a:ext uri="{FF2B5EF4-FFF2-40B4-BE49-F238E27FC236}">
                <a16:creationId xmlns:a16="http://schemas.microsoft.com/office/drawing/2014/main" id="{277E0600-0E20-43EF-8EC6-2B727562A069}"/>
              </a:ext>
            </a:extLst>
          </p:cNvPr>
          <p:cNvSpPr>
            <a:spLocks noGrp="1"/>
          </p:cNvSpPr>
          <p:nvPr/>
        </p:nvSpPr>
        <p:spPr>
          <a:xfrm>
            <a:off x="4286250" y="2667000"/>
            <a:ext cx="400050" cy="0"/>
          </a:xfrm>
          <a:prstGeom prst="line">
            <a:avLst/>
          </a:prstGeom>
          <a:ln w="19050">
            <a:solidFill>
              <a:srgbClr val="7A5A35"/>
            </a:solidFill>
            <a:prstDash val="solid"/>
          </a:ln>
        </p:spPr>
      </p:sp>
      <p:sp>
        <p:nvSpPr>
          <p:cNvPr id="23" name="merge">
            <a:extLst>
              <a:ext uri="{FF2B5EF4-FFF2-40B4-BE49-F238E27FC236}">
                <a16:creationId xmlns:a16="http://schemas.microsoft.com/office/drawing/2014/main" id="{58B9B0EB-686B-4FEF-BA0E-4E36799FDD1D}"/>
              </a:ext>
            </a:extLst>
          </p:cNvPr>
          <p:cNvSpPr>
            <a:spLocks noGrp="1"/>
          </p:cNvSpPr>
          <p:nvPr/>
        </p:nvSpPr>
        <p:spPr>
          <a:xfrm>
            <a:off x="2000250" y="3667125"/>
            <a:ext cx="1381125" cy="590550"/>
          </a:xfrm>
          <a:prstGeom prst="roundRect">
            <a:avLst>
              <a:gd name="adj" fmla="val 12903"/>
            </a:avLst>
          </a:prstGeom>
          <a:solidFill>
            <a:srgbClr val="7A5A35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650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650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合并候选</a:t>
            </a:r>
          </a:p>
        </p:txBody>
      </p:sp>
      <p:sp>
        <p:nvSpPr>
          <p:cNvPr id="24" name="filter">
            <a:extLst>
              <a:ext uri="{FF2B5EF4-FFF2-40B4-BE49-F238E27FC236}">
                <a16:creationId xmlns:a16="http://schemas.microsoft.com/office/drawing/2014/main" id="{A1335FC4-E6B0-46D3-9CA1-2982C86B1DB6}"/>
              </a:ext>
            </a:extLst>
          </p:cNvPr>
          <p:cNvSpPr>
            <a:spLocks noGrp="1"/>
          </p:cNvSpPr>
          <p:nvPr/>
        </p:nvSpPr>
        <p:spPr>
          <a:xfrm>
            <a:off x="3667125" y="3667125"/>
            <a:ext cx="1381125" cy="590550"/>
          </a:xfrm>
          <a:prstGeom prst="roundRect">
            <a:avLst>
              <a:gd name="adj" fmla="val 12903"/>
            </a:avLst>
          </a:prstGeom>
          <a:solidFill>
            <a:srgbClr val="D9C1A5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75" b="1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 dirty="0" err="1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去重排序</a:t>
            </a:r>
            <a:endParaRPr sz="1575" b="1" i="0" dirty="0">
              <a:solidFill>
                <a:srgbClr val="111111"/>
              </a:solidFill>
              <a:latin typeface="思源宋体 CN Heavy"/>
              <a:ea typeface="思源宋体 CN Heavy"/>
              <a:cs typeface="思源宋体 CN Heavy"/>
            </a:endParaRPr>
          </a:p>
        </p:txBody>
      </p:sp>
      <p:sp>
        <p:nvSpPr>
          <p:cNvPr id="25" name="fallback">
            <a:extLst>
              <a:ext uri="{FF2B5EF4-FFF2-40B4-BE49-F238E27FC236}">
                <a16:creationId xmlns:a16="http://schemas.microsoft.com/office/drawing/2014/main" id="{1C3506C8-6624-4CD8-8D14-B0C622010115}"/>
              </a:ext>
            </a:extLst>
          </p:cNvPr>
          <p:cNvSpPr>
            <a:spLocks noGrp="1"/>
          </p:cNvSpPr>
          <p:nvPr/>
        </p:nvSpPr>
        <p:spPr>
          <a:xfrm>
            <a:off x="5334000" y="3667125"/>
            <a:ext cx="1381125" cy="590550"/>
          </a:xfrm>
          <a:prstGeom prst="roundRect">
            <a:avLst>
              <a:gd name="adj" fmla="val 12903"/>
            </a:avLst>
          </a:prstGeom>
          <a:solidFill>
            <a:srgbClr val="2F211D"/>
          </a:solidFill>
          <a:ln w="11430">
            <a:solidFill>
              <a:srgbClr val="8B6A45"/>
            </a:solidFill>
            <a:prstDash val="solid"/>
          </a:ln>
        </p:spPr>
        <p:txBody>
          <a:bodyPr wrap="square" lIns="57150" tIns="28575" rIns="57150" bIns="28575" anchor="ctr">
            <a:normAutofit/>
          </a:bodyPr>
          <a:lstStyle/>
          <a:p>
            <a:pPr algn="ctr">
              <a:buNone/>
              <a:def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贝叶斯热门</a:t>
            </a:r>
          </a:p>
          <a:p>
            <a:pPr algn="ctr">
              <a:buNone/>
              <a:def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575" b="1" i="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</a:rPr>
              <a:t>兜底补足</a:t>
            </a:r>
          </a:p>
        </p:txBody>
      </p:sp>
      <p:sp>
        <p:nvSpPr>
          <p:cNvPr id="26" name="reason">
            <a:extLst>
              <a:ext uri="{FF2B5EF4-FFF2-40B4-BE49-F238E27FC236}">
                <a16:creationId xmlns:a16="http://schemas.microsoft.com/office/drawing/2014/main" id="{CC9F13F6-3240-4BA7-B3A7-2C2FD5BD67CC}"/>
              </a:ext>
            </a:extLst>
          </p:cNvPr>
          <p:cNvSpPr>
            <a:spLocks noGrp="1"/>
          </p:cNvSpPr>
          <p:nvPr/>
        </p:nvSpPr>
        <p:spPr>
          <a:xfrm>
            <a:off x="781050" y="4810125"/>
            <a:ext cx="6191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57150" tIns="28575" rIns="57150" bIns="28575" anchor="t">
            <a:normAutofit/>
          </a:bodyPr>
          <a:lstStyle/>
          <a:p>
            <a:pPr algn="l">
              <a:buNone/>
              <a:defRPr sz="187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defRPr>
            </a:pPr>
            <a:r>
              <a:rPr sz="1875" b="0" i="0">
                <a:solidFill>
                  <a:srgbClr val="111111"/>
                </a:solidFill>
                <a:latin typeface="思源宋体 CN Heavy"/>
                <a:ea typeface="思源宋体 CN Heavy"/>
                <a:cs typeface="思源宋体 CN Heavy"/>
              </a:rPr>
              <a:t>最终输出：去重后的电影列表，并附推荐来源与匹配原因</a:t>
            </a:r>
          </a:p>
        </p:txBody>
      </p:sp>
      <p:sp>
        <p:nvSpPr>
          <p:cNvPr id="27" name="reason-rule">
            <a:extLst>
              <a:ext uri="{FF2B5EF4-FFF2-40B4-BE49-F238E27FC236}">
                <a16:creationId xmlns:a16="http://schemas.microsoft.com/office/drawing/2014/main" id="{C8F47F2D-795B-461E-AA09-6D7C6650D8FB}"/>
              </a:ext>
            </a:extLst>
          </p:cNvPr>
          <p:cNvSpPr>
            <a:spLocks noGrp="1"/>
          </p:cNvSpPr>
          <p:nvPr/>
        </p:nvSpPr>
        <p:spPr>
          <a:xfrm>
            <a:off x="742950" y="5505450"/>
            <a:ext cx="6153150" cy="0"/>
          </a:xfrm>
          <a:prstGeom prst="line">
            <a:avLst/>
          </a:prstGeom>
          <a:ln w="13335">
            <a:solidFill>
              <a:srgbClr val="8B6A4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2207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直接连接符 387">
            <a:extLst>
              <a:ext uri="{FF2B5EF4-FFF2-40B4-BE49-F238E27FC236}">
                <a16:creationId xmlns:a16="http://schemas.microsoft.com/office/drawing/2014/main" id="{05714AA6-C487-4393-86E6-05046475BD40}"/>
              </a:ext>
            </a:extLst>
          </p:cNvPr>
          <p:cNvSpPr>
            <a:spLocks noGrp="1"/>
          </p:cNvSpPr>
          <p:nvPr/>
        </p:nvSpPr>
        <p:spPr>
          <a:xfrm>
            <a:off x="10799979" y="0"/>
            <a:ext cx="0" cy="59944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390" name="矩形 389">
            <a:extLst>
              <a:ext uri="{FF2B5EF4-FFF2-40B4-BE49-F238E27FC236}">
                <a16:creationId xmlns:a16="http://schemas.microsoft.com/office/drawing/2014/main" id="{1DD1D23F-C87B-4BE7-9C6B-4539E0FE4DFC}"/>
              </a:ext>
            </a:extLst>
          </p:cNvPr>
          <p:cNvSpPr>
            <a:spLocks noGrp="1"/>
          </p:cNvSpPr>
          <p:nvPr/>
        </p:nvSpPr>
        <p:spPr>
          <a:xfrm>
            <a:off x="11322865" y="3976914"/>
            <a:ext cx="343920" cy="343920"/>
          </a:xfrm>
          <a:prstGeom prst="rect">
            <a:avLst/>
          </a:pr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任意多边形: 形状 390">
            <a:extLst>
              <a:ext uri="{FF2B5EF4-FFF2-40B4-BE49-F238E27FC236}">
                <a16:creationId xmlns:a16="http://schemas.microsoft.com/office/drawing/2014/main" id="{154887A6-6E2C-45C4-AAFF-2A345E919566}"/>
              </a:ext>
            </a:extLst>
          </p:cNvPr>
          <p:cNvSpPr>
            <a:spLocks noGrp="1"/>
          </p:cNvSpPr>
          <p:nvPr/>
        </p:nvSpPr>
        <p:spPr>
          <a:xfrm>
            <a:off x="10790454" y="4659086"/>
            <a:ext cx="1401546" cy="1567543"/>
          </a:xfrm>
          <a:custGeom>
            <a:avLst/>
            <a:gdLst/>
            <a:ahLst/>
            <a:cxnLst/>
            <a:rect l="l" t="t" r="r" b="b"/>
            <a:pathLst>
              <a:path w="1401546" h="1567543">
                <a:moveTo>
                  <a:pt x="0" y="0"/>
                </a:moveTo>
                <a:lnTo>
                  <a:pt x="1401546" y="0"/>
                </a:lnTo>
                <a:lnTo>
                  <a:pt x="1401546" y="1567543"/>
                </a:lnTo>
                <a:lnTo>
                  <a:pt x="0" y="15675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任意多边形: 形状 391">
            <a:extLst>
              <a:ext uri="{FF2B5EF4-FFF2-40B4-BE49-F238E27FC236}">
                <a16:creationId xmlns:a16="http://schemas.microsoft.com/office/drawing/2014/main" id="{EE2D81B7-7AF5-4F88-A537-A1C4BFCD5CB8}"/>
              </a:ext>
            </a:extLst>
          </p:cNvPr>
          <p:cNvSpPr>
            <a:spLocks noGrp="1"/>
          </p:cNvSpPr>
          <p:nvPr/>
        </p:nvSpPr>
        <p:spPr>
          <a:xfrm>
            <a:off x="10790454" y="6437135"/>
            <a:ext cx="1401546" cy="420865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4" name="图形 39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93697" y="4853214"/>
            <a:ext cx="404586" cy="404586"/>
          </a:xfrm>
          <a:prstGeom prst="rect">
            <a:avLst/>
          </a:prstGeom>
        </p:spPr>
      </p:pic>
      <p:pic>
        <p:nvPicPr>
          <p:cNvPr id="465" name="图形 39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11224396" y="5424082"/>
            <a:ext cx="570318" cy="570318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ED7ACECD-1AF2-4E26-9B49-C30B66B4047A}"/>
              </a:ext>
            </a:extLst>
          </p:cNvPr>
          <p:cNvSpPr>
            <a:spLocks noGrp="1"/>
          </p:cNvSpPr>
          <p:nvPr/>
        </p:nvSpPr>
        <p:spPr>
          <a:xfrm rot="5400000">
            <a:off x="9794266" y="1410392"/>
            <a:ext cx="3420561" cy="599777"/>
          </a:xfrm>
          <a:custGeom>
            <a:avLst/>
            <a:gdLst/>
            <a:ahLst/>
            <a:cxnLst/>
            <a:rect l="l" t="t" r="r" b="b"/>
            <a:pathLst>
              <a:path w="3420561" h="599777">
                <a:moveTo>
                  <a:pt x="3065978" y="287238"/>
                </a:moveTo>
                <a:lnTo>
                  <a:pt x="3110999" y="287238"/>
                </a:lnTo>
                <a:cubicBezTo>
                  <a:pt x="3139524" y="287238"/>
                  <a:pt x="3162407" y="281533"/>
                  <a:pt x="3179646" y="270123"/>
                </a:cubicBezTo>
                <a:cubicBezTo>
                  <a:pt x="3196885" y="258712"/>
                  <a:pt x="3209474" y="243396"/>
                  <a:pt x="3217411" y="224172"/>
                </a:cubicBezTo>
                <a:cubicBezTo>
                  <a:pt x="3225348" y="204948"/>
                  <a:pt x="3229317" y="183802"/>
                  <a:pt x="3229317" y="160734"/>
                </a:cubicBezTo>
                <a:cubicBezTo>
                  <a:pt x="3229317" y="123031"/>
                  <a:pt x="3219333" y="94195"/>
                  <a:pt x="3199365" y="74228"/>
                </a:cubicBezTo>
                <a:cubicBezTo>
                  <a:pt x="3179397" y="54260"/>
                  <a:pt x="3150191" y="44276"/>
                  <a:pt x="3111743" y="44276"/>
                </a:cubicBezTo>
                <a:lnTo>
                  <a:pt x="3068211" y="44276"/>
                </a:lnTo>
                <a:cubicBezTo>
                  <a:pt x="3067218" y="82723"/>
                  <a:pt x="3066599" y="121915"/>
                  <a:pt x="3066350" y="161850"/>
                </a:cubicBezTo>
                <a:cubicBezTo>
                  <a:pt x="3066102" y="201786"/>
                  <a:pt x="3065978" y="243582"/>
                  <a:pt x="3065978" y="287238"/>
                </a:cubicBezTo>
                <a:close/>
                <a:moveTo>
                  <a:pt x="2869525" y="584522"/>
                </a:moveTo>
                <a:lnTo>
                  <a:pt x="2869525" y="558477"/>
                </a:lnTo>
                <a:lnTo>
                  <a:pt x="2937986" y="551780"/>
                </a:lnTo>
                <a:cubicBezTo>
                  <a:pt x="2939226" y="513333"/>
                  <a:pt x="2939909" y="474513"/>
                  <a:pt x="2940032" y="435322"/>
                </a:cubicBezTo>
                <a:cubicBezTo>
                  <a:pt x="2940156" y="396130"/>
                  <a:pt x="2940218" y="356691"/>
                  <a:pt x="2940218" y="317003"/>
                </a:cubicBezTo>
                <a:lnTo>
                  <a:pt x="2940218" y="283517"/>
                </a:lnTo>
                <a:cubicBezTo>
                  <a:pt x="2940218" y="243830"/>
                  <a:pt x="2940157" y="204328"/>
                  <a:pt x="2940032" y="165013"/>
                </a:cubicBezTo>
                <a:cubicBezTo>
                  <a:pt x="2939909" y="125697"/>
                  <a:pt x="2939227" y="86444"/>
                  <a:pt x="2937986" y="47252"/>
                </a:cubicBezTo>
                <a:lnTo>
                  <a:pt x="2869525" y="41299"/>
                </a:lnTo>
                <a:lnTo>
                  <a:pt x="2869525" y="15254"/>
                </a:lnTo>
                <a:lnTo>
                  <a:pt x="3143741" y="15254"/>
                </a:lnTo>
                <a:cubicBezTo>
                  <a:pt x="3210962" y="15254"/>
                  <a:pt x="3262308" y="27781"/>
                  <a:pt x="3297778" y="52834"/>
                </a:cubicBezTo>
                <a:cubicBezTo>
                  <a:pt x="3333249" y="77886"/>
                  <a:pt x="3350984" y="113109"/>
                  <a:pt x="3350984" y="158501"/>
                </a:cubicBezTo>
                <a:cubicBezTo>
                  <a:pt x="3350984" y="179337"/>
                  <a:pt x="3345775" y="199243"/>
                  <a:pt x="3335357" y="218219"/>
                </a:cubicBezTo>
                <a:cubicBezTo>
                  <a:pt x="3324939" y="237194"/>
                  <a:pt x="3307886" y="253689"/>
                  <a:pt x="3284197" y="267704"/>
                </a:cubicBezTo>
                <a:cubicBezTo>
                  <a:pt x="3260509" y="281719"/>
                  <a:pt x="3228697" y="291827"/>
                  <a:pt x="3188761" y="298028"/>
                </a:cubicBezTo>
                <a:cubicBezTo>
                  <a:pt x="3222000" y="302493"/>
                  <a:pt x="3247921" y="310244"/>
                  <a:pt x="3266524" y="321282"/>
                </a:cubicBezTo>
                <a:cubicBezTo>
                  <a:pt x="3285128" y="332320"/>
                  <a:pt x="3298833" y="346769"/>
                  <a:pt x="3307638" y="364628"/>
                </a:cubicBezTo>
                <a:cubicBezTo>
                  <a:pt x="3316444" y="382488"/>
                  <a:pt x="3323079" y="403944"/>
                  <a:pt x="3327544" y="428997"/>
                </a:cubicBezTo>
                <a:lnTo>
                  <a:pt x="3352472" y="554756"/>
                </a:lnTo>
                <a:lnTo>
                  <a:pt x="3420561" y="558477"/>
                </a:lnTo>
                <a:lnTo>
                  <a:pt x="3420561" y="584522"/>
                </a:lnTo>
                <a:cubicBezTo>
                  <a:pt x="3404934" y="588243"/>
                  <a:pt x="3390672" y="591095"/>
                  <a:pt x="3377773" y="593080"/>
                </a:cubicBezTo>
                <a:cubicBezTo>
                  <a:pt x="3364875" y="595064"/>
                  <a:pt x="3348876" y="596056"/>
                  <a:pt x="3329776" y="596056"/>
                </a:cubicBezTo>
                <a:cubicBezTo>
                  <a:pt x="3294801" y="596056"/>
                  <a:pt x="3267579" y="590041"/>
                  <a:pt x="3248107" y="578011"/>
                </a:cubicBezTo>
                <a:cubicBezTo>
                  <a:pt x="3228635" y="565981"/>
                  <a:pt x="3217039" y="544586"/>
                  <a:pt x="3213318" y="513829"/>
                </a:cubicBezTo>
                <a:lnTo>
                  <a:pt x="3190994" y="408533"/>
                </a:lnTo>
                <a:cubicBezTo>
                  <a:pt x="3185785" y="377279"/>
                  <a:pt x="3177227" y="353962"/>
                  <a:pt x="3165321" y="338583"/>
                </a:cubicBezTo>
                <a:cubicBezTo>
                  <a:pt x="3153415" y="323205"/>
                  <a:pt x="3132827" y="315515"/>
                  <a:pt x="3103557" y="315515"/>
                </a:cubicBezTo>
                <a:lnTo>
                  <a:pt x="3065978" y="315515"/>
                </a:lnTo>
                <a:cubicBezTo>
                  <a:pt x="3065978" y="355451"/>
                  <a:pt x="3066103" y="395076"/>
                  <a:pt x="3066350" y="434392"/>
                </a:cubicBezTo>
                <a:cubicBezTo>
                  <a:pt x="3066599" y="473707"/>
                  <a:pt x="3067219" y="512836"/>
                  <a:pt x="3068211" y="551780"/>
                </a:cubicBezTo>
                <a:lnTo>
                  <a:pt x="3138532" y="558477"/>
                </a:lnTo>
                <a:lnTo>
                  <a:pt x="3138532" y="584522"/>
                </a:lnTo>
                <a:close/>
                <a:moveTo>
                  <a:pt x="2237154" y="41299"/>
                </a:moveTo>
                <a:lnTo>
                  <a:pt x="2237154" y="15254"/>
                </a:lnTo>
                <a:lnTo>
                  <a:pt x="2508394" y="15254"/>
                </a:lnTo>
                <a:lnTo>
                  <a:pt x="2508394" y="41299"/>
                </a:lnTo>
                <a:lnTo>
                  <a:pt x="2435096" y="47997"/>
                </a:lnTo>
                <a:cubicBezTo>
                  <a:pt x="2434103" y="85452"/>
                  <a:pt x="2433484" y="123217"/>
                  <a:pt x="2433235" y="161292"/>
                </a:cubicBezTo>
                <a:cubicBezTo>
                  <a:pt x="2432987" y="199367"/>
                  <a:pt x="2432863" y="237380"/>
                  <a:pt x="2432863" y="275332"/>
                </a:cubicBezTo>
                <a:lnTo>
                  <a:pt x="2432863" y="346769"/>
                </a:lnTo>
                <a:cubicBezTo>
                  <a:pt x="2432863" y="416470"/>
                  <a:pt x="2444398" y="465646"/>
                  <a:pt x="2467466" y="494295"/>
                </a:cubicBezTo>
                <a:cubicBezTo>
                  <a:pt x="2490534" y="522944"/>
                  <a:pt x="2524021" y="537269"/>
                  <a:pt x="2567925" y="537269"/>
                </a:cubicBezTo>
                <a:cubicBezTo>
                  <a:pt x="2612077" y="537269"/>
                  <a:pt x="2646246" y="522262"/>
                  <a:pt x="2670430" y="492249"/>
                </a:cubicBezTo>
                <a:cubicBezTo>
                  <a:pt x="2694615" y="462235"/>
                  <a:pt x="2706335" y="412750"/>
                  <a:pt x="2705591" y="343793"/>
                </a:cubicBezTo>
                <a:lnTo>
                  <a:pt x="2702614" y="52461"/>
                </a:lnTo>
                <a:lnTo>
                  <a:pt x="2615922" y="41299"/>
                </a:lnTo>
                <a:lnTo>
                  <a:pt x="2615922" y="15254"/>
                </a:lnTo>
                <a:lnTo>
                  <a:pt x="2820561" y="15254"/>
                </a:lnTo>
                <a:lnTo>
                  <a:pt x="2820561" y="41299"/>
                </a:lnTo>
                <a:lnTo>
                  <a:pt x="2742426" y="52461"/>
                </a:lnTo>
                <a:lnTo>
                  <a:pt x="2739077" y="345281"/>
                </a:lnTo>
                <a:cubicBezTo>
                  <a:pt x="2738085" y="432841"/>
                  <a:pt x="2719420" y="497147"/>
                  <a:pt x="2683081" y="538199"/>
                </a:cubicBezTo>
                <a:cubicBezTo>
                  <a:pt x="2646742" y="579251"/>
                  <a:pt x="2594838" y="599777"/>
                  <a:pt x="2527369" y="599777"/>
                </a:cubicBezTo>
                <a:cubicBezTo>
                  <a:pt x="2483713" y="599777"/>
                  <a:pt x="2445142" y="592149"/>
                  <a:pt x="2411655" y="576895"/>
                </a:cubicBezTo>
                <a:cubicBezTo>
                  <a:pt x="2378169" y="561640"/>
                  <a:pt x="2352000" y="536339"/>
                  <a:pt x="2333149" y="500992"/>
                </a:cubicBezTo>
                <a:cubicBezTo>
                  <a:pt x="2314297" y="465646"/>
                  <a:pt x="2304871" y="418083"/>
                  <a:pt x="2304871" y="358303"/>
                </a:cubicBezTo>
                <a:lnTo>
                  <a:pt x="2304871" y="275332"/>
                </a:lnTo>
                <a:cubicBezTo>
                  <a:pt x="2304871" y="237876"/>
                  <a:pt x="2304747" y="200049"/>
                  <a:pt x="2304499" y="161850"/>
                </a:cubicBezTo>
                <a:cubicBezTo>
                  <a:pt x="2304251" y="123651"/>
                  <a:pt x="2303631" y="85452"/>
                  <a:pt x="2302639" y="47252"/>
                </a:cubicBezTo>
                <a:close/>
                <a:moveTo>
                  <a:pt x="1767825" y="299516"/>
                </a:moveTo>
                <a:cubicBezTo>
                  <a:pt x="1767825" y="351854"/>
                  <a:pt x="1772600" y="398425"/>
                  <a:pt x="1782150" y="439229"/>
                </a:cubicBezTo>
                <a:cubicBezTo>
                  <a:pt x="1791700" y="480032"/>
                  <a:pt x="1806458" y="512154"/>
                  <a:pt x="1826426" y="535595"/>
                </a:cubicBezTo>
                <a:cubicBezTo>
                  <a:pt x="1846394" y="559035"/>
                  <a:pt x="1872005" y="570755"/>
                  <a:pt x="1903258" y="570755"/>
                </a:cubicBezTo>
                <a:cubicBezTo>
                  <a:pt x="1934264" y="570755"/>
                  <a:pt x="1959751" y="559035"/>
                  <a:pt x="1979719" y="535595"/>
                </a:cubicBezTo>
                <a:cubicBezTo>
                  <a:pt x="1999687" y="512154"/>
                  <a:pt x="2014570" y="480032"/>
                  <a:pt x="2024367" y="439229"/>
                </a:cubicBezTo>
                <a:cubicBezTo>
                  <a:pt x="2034165" y="398425"/>
                  <a:pt x="2039064" y="351854"/>
                  <a:pt x="2039064" y="299516"/>
                </a:cubicBezTo>
                <a:cubicBezTo>
                  <a:pt x="2039064" y="247674"/>
                  <a:pt x="2034165" y="201352"/>
                  <a:pt x="2024367" y="160548"/>
                </a:cubicBezTo>
                <a:cubicBezTo>
                  <a:pt x="2014570" y="119744"/>
                  <a:pt x="1999687" y="87622"/>
                  <a:pt x="1979719" y="64182"/>
                </a:cubicBezTo>
                <a:cubicBezTo>
                  <a:pt x="1959751" y="40741"/>
                  <a:pt x="1934264" y="29021"/>
                  <a:pt x="1903258" y="29021"/>
                </a:cubicBezTo>
                <a:cubicBezTo>
                  <a:pt x="1872005" y="29021"/>
                  <a:pt x="1846394" y="40741"/>
                  <a:pt x="1826426" y="64182"/>
                </a:cubicBezTo>
                <a:cubicBezTo>
                  <a:pt x="1806458" y="87622"/>
                  <a:pt x="1791700" y="119744"/>
                  <a:pt x="1782150" y="160548"/>
                </a:cubicBezTo>
                <a:cubicBezTo>
                  <a:pt x="1772600" y="201352"/>
                  <a:pt x="1767825" y="247674"/>
                  <a:pt x="1767825" y="299516"/>
                </a:cubicBezTo>
                <a:close/>
                <a:moveTo>
                  <a:pt x="1632763" y="299516"/>
                </a:moveTo>
                <a:cubicBezTo>
                  <a:pt x="1632763" y="250403"/>
                  <a:pt x="1640081" y="207181"/>
                  <a:pt x="1654716" y="169850"/>
                </a:cubicBezTo>
                <a:cubicBezTo>
                  <a:pt x="1669350" y="132519"/>
                  <a:pt x="1689318" y="101265"/>
                  <a:pt x="1714619" y="76088"/>
                </a:cubicBezTo>
                <a:cubicBezTo>
                  <a:pt x="1739920" y="50911"/>
                  <a:pt x="1768755" y="31936"/>
                  <a:pt x="1801125" y="19161"/>
                </a:cubicBezTo>
                <a:cubicBezTo>
                  <a:pt x="1833495" y="6387"/>
                  <a:pt x="1867540" y="0"/>
                  <a:pt x="1903258" y="0"/>
                </a:cubicBezTo>
                <a:cubicBezTo>
                  <a:pt x="1938977" y="0"/>
                  <a:pt x="1973084" y="6325"/>
                  <a:pt x="2005578" y="18975"/>
                </a:cubicBezTo>
                <a:cubicBezTo>
                  <a:pt x="2038072" y="31626"/>
                  <a:pt x="2066846" y="50539"/>
                  <a:pt x="2091898" y="75716"/>
                </a:cubicBezTo>
                <a:cubicBezTo>
                  <a:pt x="2116951" y="100893"/>
                  <a:pt x="2136733" y="132146"/>
                  <a:pt x="2151243" y="169478"/>
                </a:cubicBezTo>
                <a:cubicBezTo>
                  <a:pt x="2165754" y="206809"/>
                  <a:pt x="2173009" y="250155"/>
                  <a:pt x="2173009" y="299516"/>
                </a:cubicBezTo>
                <a:cubicBezTo>
                  <a:pt x="2173009" y="349125"/>
                  <a:pt x="2165816" y="392658"/>
                  <a:pt x="2151429" y="430113"/>
                </a:cubicBezTo>
                <a:cubicBezTo>
                  <a:pt x="2137042" y="467568"/>
                  <a:pt x="2117323" y="498884"/>
                  <a:pt x="2092270" y="524061"/>
                </a:cubicBezTo>
                <a:cubicBezTo>
                  <a:pt x="2067218" y="549237"/>
                  <a:pt x="2038444" y="568151"/>
                  <a:pt x="2005950" y="580801"/>
                </a:cubicBezTo>
                <a:cubicBezTo>
                  <a:pt x="1973456" y="593452"/>
                  <a:pt x="1939225" y="599777"/>
                  <a:pt x="1903258" y="599777"/>
                </a:cubicBezTo>
                <a:cubicBezTo>
                  <a:pt x="1867540" y="599777"/>
                  <a:pt x="1833433" y="593452"/>
                  <a:pt x="1800939" y="580801"/>
                </a:cubicBezTo>
                <a:cubicBezTo>
                  <a:pt x="1768445" y="568151"/>
                  <a:pt x="1739548" y="549299"/>
                  <a:pt x="1714247" y="524247"/>
                </a:cubicBezTo>
                <a:cubicBezTo>
                  <a:pt x="1688946" y="499194"/>
                  <a:pt x="1669040" y="467878"/>
                  <a:pt x="1654529" y="430299"/>
                </a:cubicBezTo>
                <a:cubicBezTo>
                  <a:pt x="1640019" y="392720"/>
                  <a:pt x="1632763" y="349125"/>
                  <a:pt x="1632763" y="299516"/>
                </a:cubicBezTo>
                <a:close/>
                <a:moveTo>
                  <a:pt x="1126450" y="584522"/>
                </a:moveTo>
                <a:lnTo>
                  <a:pt x="1126450" y="558477"/>
                </a:lnTo>
                <a:lnTo>
                  <a:pt x="1194911" y="551780"/>
                </a:lnTo>
                <a:cubicBezTo>
                  <a:pt x="1196151" y="513333"/>
                  <a:pt x="1196833" y="474513"/>
                  <a:pt x="1196957" y="435322"/>
                </a:cubicBezTo>
                <a:cubicBezTo>
                  <a:pt x="1197081" y="396130"/>
                  <a:pt x="1197143" y="356691"/>
                  <a:pt x="1197143" y="317003"/>
                </a:cubicBezTo>
                <a:lnTo>
                  <a:pt x="1197143" y="283517"/>
                </a:lnTo>
                <a:cubicBezTo>
                  <a:pt x="1197143" y="243830"/>
                  <a:pt x="1197081" y="204328"/>
                  <a:pt x="1196957" y="165013"/>
                </a:cubicBezTo>
                <a:cubicBezTo>
                  <a:pt x="1196833" y="125697"/>
                  <a:pt x="1196151" y="86444"/>
                  <a:pt x="1194911" y="47252"/>
                </a:cubicBezTo>
                <a:lnTo>
                  <a:pt x="1126450" y="41299"/>
                </a:lnTo>
                <a:lnTo>
                  <a:pt x="1126450" y="15254"/>
                </a:lnTo>
                <a:lnTo>
                  <a:pt x="1568470" y="15254"/>
                </a:lnTo>
                <a:lnTo>
                  <a:pt x="1566981" y="167059"/>
                </a:lnTo>
                <a:lnTo>
                  <a:pt x="1523449" y="167059"/>
                </a:lnTo>
                <a:lnTo>
                  <a:pt x="1488474" y="45020"/>
                </a:lnTo>
                <a:lnTo>
                  <a:pt x="1327740" y="45020"/>
                </a:lnTo>
                <a:cubicBezTo>
                  <a:pt x="1326996" y="83219"/>
                  <a:pt x="1326562" y="121915"/>
                  <a:pt x="1326438" y="161106"/>
                </a:cubicBezTo>
                <a:cubicBezTo>
                  <a:pt x="1326314" y="200297"/>
                  <a:pt x="1326252" y="240109"/>
                  <a:pt x="1326252" y="280541"/>
                </a:cubicBezTo>
                <a:lnTo>
                  <a:pt x="1430431" y="280541"/>
                </a:lnTo>
                <a:lnTo>
                  <a:pt x="1441966" y="196081"/>
                </a:lnTo>
                <a:lnTo>
                  <a:pt x="1479917" y="196081"/>
                </a:lnTo>
                <a:lnTo>
                  <a:pt x="1479917" y="392534"/>
                </a:lnTo>
                <a:lnTo>
                  <a:pt x="1441966" y="392534"/>
                </a:lnTo>
                <a:lnTo>
                  <a:pt x="1431176" y="308074"/>
                </a:lnTo>
                <a:lnTo>
                  <a:pt x="1326252" y="308074"/>
                </a:lnTo>
                <a:lnTo>
                  <a:pt x="1326252" y="310306"/>
                </a:lnTo>
                <a:cubicBezTo>
                  <a:pt x="1326252" y="351730"/>
                  <a:pt x="1326314" y="392348"/>
                  <a:pt x="1326438" y="432159"/>
                </a:cubicBezTo>
                <a:cubicBezTo>
                  <a:pt x="1326562" y="471971"/>
                  <a:pt x="1326996" y="511348"/>
                  <a:pt x="1327740" y="550292"/>
                </a:cubicBezTo>
                <a:lnTo>
                  <a:pt x="1409223" y="558477"/>
                </a:lnTo>
                <a:lnTo>
                  <a:pt x="1409223" y="584522"/>
                </a:lnTo>
                <a:close/>
                <a:moveTo>
                  <a:pt x="379258" y="178221"/>
                </a:moveTo>
                <a:lnTo>
                  <a:pt x="382235" y="15254"/>
                </a:lnTo>
                <a:lnTo>
                  <a:pt x="885274" y="15254"/>
                </a:lnTo>
                <a:lnTo>
                  <a:pt x="888251" y="178221"/>
                </a:lnTo>
                <a:lnTo>
                  <a:pt x="843974" y="178221"/>
                </a:lnTo>
                <a:lnTo>
                  <a:pt x="805279" y="45020"/>
                </a:lnTo>
                <a:lnTo>
                  <a:pt x="699239" y="45020"/>
                </a:lnTo>
                <a:cubicBezTo>
                  <a:pt x="698495" y="84211"/>
                  <a:pt x="698061" y="123651"/>
                  <a:pt x="697937" y="163338"/>
                </a:cubicBezTo>
                <a:cubicBezTo>
                  <a:pt x="697813" y="203026"/>
                  <a:pt x="697751" y="243085"/>
                  <a:pt x="697751" y="283517"/>
                </a:cubicBezTo>
                <a:lnTo>
                  <a:pt x="697751" y="316259"/>
                </a:lnTo>
                <a:cubicBezTo>
                  <a:pt x="697751" y="355203"/>
                  <a:pt x="697813" y="394332"/>
                  <a:pt x="697937" y="433647"/>
                </a:cubicBezTo>
                <a:cubicBezTo>
                  <a:pt x="698061" y="472963"/>
                  <a:pt x="698495" y="512092"/>
                  <a:pt x="699239" y="551036"/>
                </a:cubicBezTo>
                <a:lnTo>
                  <a:pt x="777002" y="558477"/>
                </a:lnTo>
                <a:lnTo>
                  <a:pt x="777002" y="584522"/>
                </a:lnTo>
                <a:lnTo>
                  <a:pt x="490508" y="584522"/>
                </a:lnTo>
                <a:lnTo>
                  <a:pt x="490508" y="558477"/>
                </a:lnTo>
                <a:lnTo>
                  <a:pt x="567526" y="551036"/>
                </a:lnTo>
                <a:cubicBezTo>
                  <a:pt x="568270" y="512836"/>
                  <a:pt x="568704" y="474203"/>
                  <a:pt x="568828" y="435136"/>
                </a:cubicBezTo>
                <a:cubicBezTo>
                  <a:pt x="568952" y="396068"/>
                  <a:pt x="569015" y="356691"/>
                  <a:pt x="569015" y="317003"/>
                </a:cubicBezTo>
                <a:lnTo>
                  <a:pt x="569015" y="283517"/>
                </a:lnTo>
                <a:cubicBezTo>
                  <a:pt x="569015" y="243582"/>
                  <a:pt x="568952" y="203646"/>
                  <a:pt x="568828" y="163710"/>
                </a:cubicBezTo>
                <a:cubicBezTo>
                  <a:pt x="568704" y="123775"/>
                  <a:pt x="568270" y="84211"/>
                  <a:pt x="567526" y="45020"/>
                </a:cubicBezTo>
                <a:lnTo>
                  <a:pt x="462230" y="45020"/>
                </a:lnTo>
                <a:lnTo>
                  <a:pt x="424279" y="178221"/>
                </a:lnTo>
                <a:close/>
                <a:moveTo>
                  <a:pt x="0" y="315515"/>
                </a:moveTo>
                <a:lnTo>
                  <a:pt x="0" y="287238"/>
                </a:lnTo>
                <a:lnTo>
                  <a:pt x="43949" y="287238"/>
                </a:lnTo>
                <a:cubicBezTo>
                  <a:pt x="72474" y="287238"/>
                  <a:pt x="95357" y="281533"/>
                  <a:pt x="112596" y="270123"/>
                </a:cubicBezTo>
                <a:cubicBezTo>
                  <a:pt x="129835" y="258712"/>
                  <a:pt x="142423" y="243396"/>
                  <a:pt x="150361" y="224172"/>
                </a:cubicBezTo>
                <a:cubicBezTo>
                  <a:pt x="158298" y="204948"/>
                  <a:pt x="162267" y="183802"/>
                  <a:pt x="162267" y="160734"/>
                </a:cubicBezTo>
                <a:cubicBezTo>
                  <a:pt x="162267" y="123031"/>
                  <a:pt x="152283" y="94195"/>
                  <a:pt x="132316" y="74228"/>
                </a:cubicBezTo>
                <a:cubicBezTo>
                  <a:pt x="112348" y="54260"/>
                  <a:pt x="83140" y="44276"/>
                  <a:pt x="44693" y="44276"/>
                </a:cubicBezTo>
                <a:lnTo>
                  <a:pt x="1161" y="44276"/>
                </a:lnTo>
                <a:lnTo>
                  <a:pt x="0" y="117619"/>
                </a:lnTo>
                <a:lnTo>
                  <a:pt x="0" y="15254"/>
                </a:lnTo>
                <a:lnTo>
                  <a:pt x="76691" y="15254"/>
                </a:lnTo>
                <a:cubicBezTo>
                  <a:pt x="143912" y="15254"/>
                  <a:pt x="195257" y="27781"/>
                  <a:pt x="230728" y="52834"/>
                </a:cubicBezTo>
                <a:cubicBezTo>
                  <a:pt x="266199" y="77886"/>
                  <a:pt x="283934" y="113109"/>
                  <a:pt x="283934" y="158501"/>
                </a:cubicBezTo>
                <a:cubicBezTo>
                  <a:pt x="283934" y="179337"/>
                  <a:pt x="278725" y="199243"/>
                  <a:pt x="268307" y="218219"/>
                </a:cubicBezTo>
                <a:cubicBezTo>
                  <a:pt x="257889" y="237194"/>
                  <a:pt x="240836" y="253689"/>
                  <a:pt x="217147" y="267704"/>
                </a:cubicBezTo>
                <a:cubicBezTo>
                  <a:pt x="193459" y="281719"/>
                  <a:pt x="161647" y="291827"/>
                  <a:pt x="121712" y="298028"/>
                </a:cubicBezTo>
                <a:cubicBezTo>
                  <a:pt x="154950" y="302493"/>
                  <a:pt x="180871" y="310244"/>
                  <a:pt x="199474" y="321282"/>
                </a:cubicBezTo>
                <a:cubicBezTo>
                  <a:pt x="218078" y="332320"/>
                  <a:pt x="231782" y="346769"/>
                  <a:pt x="240588" y="364628"/>
                </a:cubicBezTo>
                <a:cubicBezTo>
                  <a:pt x="249393" y="382488"/>
                  <a:pt x="256029" y="403944"/>
                  <a:pt x="260494" y="428997"/>
                </a:cubicBezTo>
                <a:lnTo>
                  <a:pt x="285423" y="554756"/>
                </a:lnTo>
                <a:lnTo>
                  <a:pt x="353511" y="558477"/>
                </a:lnTo>
                <a:lnTo>
                  <a:pt x="353511" y="584522"/>
                </a:lnTo>
                <a:cubicBezTo>
                  <a:pt x="337884" y="588243"/>
                  <a:pt x="323622" y="591095"/>
                  <a:pt x="310723" y="593080"/>
                </a:cubicBezTo>
                <a:cubicBezTo>
                  <a:pt x="297825" y="595064"/>
                  <a:pt x="281826" y="596056"/>
                  <a:pt x="262726" y="596056"/>
                </a:cubicBezTo>
                <a:cubicBezTo>
                  <a:pt x="227752" y="596056"/>
                  <a:pt x="200528" y="590041"/>
                  <a:pt x="181057" y="578011"/>
                </a:cubicBezTo>
                <a:cubicBezTo>
                  <a:pt x="161585" y="565981"/>
                  <a:pt x="149989" y="544586"/>
                  <a:pt x="146268" y="513829"/>
                </a:cubicBezTo>
                <a:lnTo>
                  <a:pt x="123944" y="408533"/>
                </a:lnTo>
                <a:cubicBezTo>
                  <a:pt x="118735" y="377279"/>
                  <a:pt x="110177" y="353962"/>
                  <a:pt x="98271" y="338583"/>
                </a:cubicBezTo>
                <a:cubicBezTo>
                  <a:pt x="86365" y="323205"/>
                  <a:pt x="65777" y="315515"/>
                  <a:pt x="36507" y="315515"/>
                </a:cubicBezTo>
                <a:close/>
                <a:moveTo>
                  <a:pt x="0" y="584522"/>
                </a:moveTo>
                <a:lnTo>
                  <a:pt x="0" y="478553"/>
                </a:lnTo>
                <a:lnTo>
                  <a:pt x="1161" y="551780"/>
                </a:lnTo>
                <a:lnTo>
                  <a:pt x="71482" y="558477"/>
                </a:lnTo>
                <a:lnTo>
                  <a:pt x="71482" y="584522"/>
                </a:lnTo>
                <a:close/>
              </a:path>
            </a:pathLst>
          </a:cu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>
            <a:lvl1pPr>
              <a:buNone/>
              <a:defRPr sz="6000">
                <a:solidFill>
                  <a:schemeClr val="accent2">
                    <a:lumMod val="10000"/>
                    <a:lumOff val="9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任意多边形: 形状 395">
            <a:extLst>
              <a:ext uri="{FF2B5EF4-FFF2-40B4-BE49-F238E27FC236}">
                <a16:creationId xmlns:a16="http://schemas.microsoft.com/office/drawing/2014/main" id="{BBDC64AF-8FA3-4297-B82D-F929D132CEF2}"/>
              </a:ext>
            </a:extLst>
          </p:cNvPr>
          <p:cNvSpPr>
            <a:spLocks noGrp="1"/>
          </p:cNvSpPr>
          <p:nvPr/>
        </p:nvSpPr>
        <p:spPr>
          <a:xfrm>
            <a:off x="0" y="1544077"/>
            <a:ext cx="9160238" cy="1923810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任意多边形: 形状 396">
            <a:extLst>
              <a:ext uri="{FF2B5EF4-FFF2-40B4-BE49-F238E27FC236}">
                <a16:creationId xmlns:a16="http://schemas.microsoft.com/office/drawing/2014/main" id="{4A09AF5F-A63A-4A77-8BB4-BBC3D29888F9}"/>
              </a:ext>
            </a:extLst>
          </p:cNvPr>
          <p:cNvSpPr>
            <a:spLocks noGrp="1"/>
          </p:cNvSpPr>
          <p:nvPr/>
        </p:nvSpPr>
        <p:spPr>
          <a:xfrm>
            <a:off x="-1" y="1872352"/>
            <a:ext cx="943423" cy="1204686"/>
          </a:xfrm>
          <a:custGeom>
            <a:avLst/>
            <a:gdLst/>
            <a:ahLst/>
            <a:cxnLst/>
            <a:rect l="l" t="t" r="r" b="b"/>
            <a:pathLst>
              <a:path w="924247" h="1204686">
                <a:moveTo>
                  <a:pt x="0" y="0"/>
                </a:moveTo>
                <a:lnTo>
                  <a:pt x="924247" y="0"/>
                </a:lnTo>
                <a:lnTo>
                  <a:pt x="924247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任意多边形: 形状 397">
            <a:extLst>
              <a:ext uri="{FF2B5EF4-FFF2-40B4-BE49-F238E27FC236}">
                <a16:creationId xmlns:a16="http://schemas.microsoft.com/office/drawing/2014/main" id="{C1833C1B-94F4-4D0E-B8C8-2BE480D55816}"/>
              </a:ext>
            </a:extLst>
          </p:cNvPr>
          <p:cNvSpPr>
            <a:spLocks noGrp="1"/>
          </p:cNvSpPr>
          <p:nvPr/>
        </p:nvSpPr>
        <p:spPr>
          <a:xfrm>
            <a:off x="1117683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任意多边形: 形状 398">
            <a:extLst>
              <a:ext uri="{FF2B5EF4-FFF2-40B4-BE49-F238E27FC236}">
                <a16:creationId xmlns:a16="http://schemas.microsoft.com/office/drawing/2014/main" id="{3BFC7A34-8BCD-49E8-9FA8-86FE7DD75A86}"/>
              </a:ext>
            </a:extLst>
          </p:cNvPr>
          <p:cNvSpPr>
            <a:spLocks noGrp="1"/>
          </p:cNvSpPr>
          <p:nvPr/>
        </p:nvSpPr>
        <p:spPr>
          <a:xfrm>
            <a:off x="3094661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7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任意多边形: 形状 399">
            <a:extLst>
              <a:ext uri="{FF2B5EF4-FFF2-40B4-BE49-F238E27FC236}">
                <a16:creationId xmlns:a16="http://schemas.microsoft.com/office/drawing/2014/main" id="{C729E8DB-6CE8-412E-BF68-D62C5B06E625}"/>
              </a:ext>
            </a:extLst>
          </p:cNvPr>
          <p:cNvSpPr>
            <a:spLocks noGrp="1"/>
          </p:cNvSpPr>
          <p:nvPr/>
        </p:nvSpPr>
        <p:spPr>
          <a:xfrm>
            <a:off x="5071638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8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任意多边形: 形状 434">
            <a:extLst>
              <a:ext uri="{FF2B5EF4-FFF2-40B4-BE49-F238E27FC236}">
                <a16:creationId xmlns:a16="http://schemas.microsoft.com/office/drawing/2014/main" id="{613AE13B-57C7-4237-BD67-7C16776B9A97}"/>
              </a:ext>
            </a:extLst>
          </p:cNvPr>
          <p:cNvSpPr>
            <a:spLocks noGrp="1"/>
          </p:cNvSpPr>
          <p:nvPr/>
        </p:nvSpPr>
        <p:spPr>
          <a:xfrm>
            <a:off x="7042232" y="1872352"/>
            <a:ext cx="1802716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9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文本框 454">
            <a:extLst>
              <a:ext uri="{FF2B5EF4-FFF2-40B4-BE49-F238E27FC236}">
                <a16:creationId xmlns:a16="http://schemas.microsoft.com/office/drawing/2014/main" id="{359A6504-2F76-493E-82DE-B5BACB4607C3}"/>
              </a:ext>
            </a:extLst>
          </p:cNvPr>
          <p:cNvSpPr>
            <a:spLocks noGrp="1"/>
          </p:cNvSpPr>
          <p:nvPr/>
        </p:nvSpPr>
        <p:spPr>
          <a:xfrm>
            <a:off x="1070458" y="3760607"/>
            <a:ext cx="10153938" cy="64633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>
            <a:lvl1pPr>
              <a:buNone/>
              <a:defRPr sz="6000" i="1">
                <a:solidFill>
                  <a:schemeClr val="accent3">
                    <a:lumMod val="7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1" u="none" cap="none" spc="0">
                <a:ln>
                  <a:noFill/>
                </a:ln>
                <a:solidFill>
                  <a:srgbClr val="A67B49">
                    <a:lumMod val="40000"/>
                    <a:lumOff val="60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Summary of Project</a:t>
            </a:r>
          </a:p>
        </p:txBody>
      </p:sp>
      <p:sp>
        <p:nvSpPr>
          <p:cNvPr id="456" name="直接连接符 455">
            <a:extLst>
              <a:ext uri="{FF2B5EF4-FFF2-40B4-BE49-F238E27FC236}">
                <a16:creationId xmlns:a16="http://schemas.microsoft.com/office/drawing/2014/main" id="{345D5079-EE0F-471D-8601-05464857A152}"/>
              </a:ext>
            </a:extLst>
          </p:cNvPr>
          <p:cNvSpPr>
            <a:spLocks noGrp="1"/>
          </p:cNvSpPr>
          <p:nvPr/>
        </p:nvSpPr>
        <p:spPr>
          <a:xfrm>
            <a:off x="0" y="6393593"/>
            <a:ext cx="391479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454" name="文本框 453">
            <a:extLst>
              <a:ext uri="{FF2B5EF4-FFF2-40B4-BE49-F238E27FC236}">
                <a16:creationId xmlns:a16="http://schemas.microsoft.com/office/drawing/2014/main" id="{0835E4FD-0948-440A-A00D-FDCC40E4797C}"/>
              </a:ext>
            </a:extLst>
          </p:cNvPr>
          <p:cNvSpPr>
            <a:spLocks noGrp="1"/>
          </p:cNvSpPr>
          <p:nvPr/>
        </p:nvSpPr>
        <p:spPr>
          <a:xfrm>
            <a:off x="1070458" y="4083773"/>
            <a:ext cx="6554763" cy="769441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>
            <a:lvl1pPr>
              <a:buNone/>
              <a:defRPr sz="3600" i="1"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>
                <a:solidFill>
                  <a:srgbClr val="000000"/>
                </a:solidFill>
                <a:latin typeface="思源宋体 CN Heavy"/>
                <a:ea typeface="思源宋体 CN Heavy"/>
                <a:cs typeface="思源宋体 CN Heavy"/>
              </a:rPr>
              <a:t>项目实现</a:t>
            </a:r>
          </a:p>
        </p:txBody>
      </p:sp>
      <p:sp>
        <p:nvSpPr>
          <p:cNvPr id="457" name="矩形 456">
            <a:extLst>
              <a:ext uri="{FF2B5EF4-FFF2-40B4-BE49-F238E27FC236}">
                <a16:creationId xmlns:a16="http://schemas.microsoft.com/office/drawing/2014/main" id="{B061B4AF-2492-4209-BB9F-07D10A41C26D}"/>
              </a:ext>
            </a:extLst>
          </p:cNvPr>
          <p:cNvSpPr>
            <a:spLocks noGrp="1"/>
          </p:cNvSpPr>
          <p:nvPr/>
        </p:nvSpPr>
        <p:spPr>
          <a:xfrm>
            <a:off x="0" y="391885"/>
            <a:ext cx="1621972" cy="119744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2409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977BE861-E9B2-B2FC-A831-D8AF96228790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D0AB283-927B-078B-5918-751FF1D98F9D}"/>
              </a:ext>
            </a:extLst>
          </p:cNvPr>
          <p:cNvSpPr>
            <a:spLocks noGrp="1"/>
          </p:cNvSpPr>
          <p:nvPr/>
        </p:nvSpPr>
        <p:spPr>
          <a:xfrm>
            <a:off x="1161048" y="76944"/>
            <a:ext cx="77844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3200" b="1" i="1" u="none" cap="none" spc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项目</a:t>
            </a:r>
            <a:r>
              <a:rPr lang="zh-CN" altLang="en-US" sz="3200" b="1" i="1" dirty="0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落地</a:t>
            </a:r>
            <a:r>
              <a:rPr lang="en-US" altLang="zh-CN" sz="3200" b="1" i="1" dirty="0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: </a:t>
            </a:r>
            <a:r>
              <a:rPr lang="en-US" altLang="zh-CN" sz="3200" b="1" dirty="0">
                <a:latin typeface="思源宋体 CN Heavy"/>
                <a:ea typeface="思源宋体 CN Heavy"/>
                <a:cs typeface="思源宋体 CN Heavy"/>
              </a:rPr>
              <a:t>WEB</a:t>
            </a:r>
            <a:r>
              <a:rPr lang="zh-CN" altLang="en-US" sz="3200" b="1" dirty="0">
                <a:latin typeface="思源宋体 CN Heavy"/>
                <a:ea typeface="思源宋体 CN Heavy"/>
                <a:cs typeface="思源宋体 CN Heavy"/>
              </a:rPr>
              <a:t>前端展示</a:t>
            </a:r>
            <a:r>
              <a:rPr lang="en-US" altLang="zh-CN" sz="3200" b="1" dirty="0">
                <a:latin typeface="思源宋体 CN Heavy"/>
                <a:ea typeface="思源宋体 CN Heavy"/>
                <a:cs typeface="思源宋体 CN Heavy"/>
              </a:rPr>
              <a:t> + FASTAPI</a:t>
            </a:r>
            <a:r>
              <a:rPr lang="zh-CN" altLang="en-US" sz="3200" b="1" dirty="0">
                <a:latin typeface="思源宋体 CN Heavy"/>
                <a:ea typeface="思源宋体 CN Heavy"/>
                <a:cs typeface="思源宋体 CN Heavy"/>
              </a:rPr>
              <a:t>微服务</a:t>
            </a:r>
            <a:endParaRPr lang="en-US" altLang="zh-CN" sz="3200" b="1" dirty="0">
              <a:latin typeface="思源宋体 CN Heavy"/>
              <a:ea typeface="思源宋体 CN Heavy"/>
              <a:cs typeface="思源宋体 CN Heavy"/>
            </a:endParaRP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80624A42-C65B-4ABD-B3EE-51BE6E1CE34C}"/>
              </a:ext>
            </a:extLst>
          </p:cNvPr>
          <p:cNvSpPr>
            <a:spLocks noGrp="1"/>
          </p:cNvSpPr>
          <p:nvPr/>
        </p:nvSpPr>
        <p:spPr>
          <a:xfrm>
            <a:off x="1245268" y="611407"/>
            <a:ext cx="7321215" cy="50311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pic>
        <p:nvPicPr>
          <p:cNvPr id="20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223" y="764309"/>
            <a:ext cx="11119604" cy="570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98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A3D91970-006A-44AC-D1BE-9A829B7116B0}"/>
              </a:ext>
            </a:extLst>
          </p:cNvPr>
          <p:cNvSpPr>
            <a:spLocks noGrp="1"/>
          </p:cNvSpPr>
          <p:nvPr/>
        </p:nvSpPr>
        <p:spPr>
          <a:xfrm flipH="1">
            <a:off x="-1" y="1030514"/>
            <a:ext cx="653143" cy="5109030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0590A5-66FE-F4E3-17B7-AE954E06B011}"/>
              </a:ext>
            </a:extLst>
          </p:cNvPr>
          <p:cNvSpPr>
            <a:spLocks noGrp="1"/>
          </p:cNvSpPr>
          <p:nvPr/>
        </p:nvSpPr>
        <p:spPr>
          <a:xfrm>
            <a:off x="8710863" y="1350663"/>
            <a:ext cx="34811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3200" b="1" i="1" u="none" cap="none" spc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改进展望</a:t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38805072-A765-A75E-4A56-C23E08ABFD24}"/>
              </a:ext>
            </a:extLst>
          </p:cNvPr>
          <p:cNvSpPr>
            <a:spLocks noGrp="1"/>
          </p:cNvSpPr>
          <p:nvPr/>
        </p:nvSpPr>
        <p:spPr>
          <a:xfrm flipH="1">
            <a:off x="7387770" y="3735853"/>
            <a:ext cx="4775202" cy="1660618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blipFill rotWithShape="0"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876F12AD-235C-4728-B3DE-2434B94B60C2}"/>
              </a:ext>
            </a:extLst>
          </p:cNvPr>
          <p:cNvSpPr>
            <a:spLocks noGrp="1"/>
          </p:cNvSpPr>
          <p:nvPr/>
        </p:nvSpPr>
        <p:spPr>
          <a:xfrm>
            <a:off x="8867274" y="1885127"/>
            <a:ext cx="3324726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689FCF-CFDC-551F-38B9-9E61C7BC180C}"/>
              </a:ext>
            </a:extLst>
          </p:cNvPr>
          <p:cNvSpPr>
            <a:spLocks noGrp="1"/>
          </p:cNvSpPr>
          <p:nvPr/>
        </p:nvSpPr>
        <p:spPr>
          <a:xfrm>
            <a:off x="653141" y="1350663"/>
            <a:ext cx="673191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特征增强: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latin typeface="思源宋体 CN Heavy"/>
                <a:ea typeface="思源宋体 CN Heavy"/>
                <a:cs typeface="思源宋体 CN Heavy"/>
              </a:rPr>
              <a:t>引入导演、演员等更多维度提升推荐质量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D89882-BA89-311C-046F-1DF8E2E9F3BB}"/>
              </a:ext>
            </a:extLst>
          </p:cNvPr>
          <p:cNvSpPr>
            <a:spLocks noGrp="1"/>
          </p:cNvSpPr>
          <p:nvPr/>
        </p:nvSpPr>
        <p:spPr>
          <a:xfrm>
            <a:off x="653142" y="3039693"/>
            <a:ext cx="612230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 dirty="0" err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多模态Agent</a:t>
            </a:r>
            <a:r>
              <a:rPr sz="2800" i="1" dirty="0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:</a:t>
            </a:r>
          </a:p>
          <a:p>
            <a:pPr>
              <a:buNone/>
            </a:pPr>
            <a:r>
              <a:rPr sz="2400" dirty="0" err="1">
                <a:latin typeface="思源宋体 CN Heavy"/>
                <a:ea typeface="思源宋体 CN Heavy"/>
                <a:cs typeface="思源宋体 CN Heavy"/>
              </a:rPr>
              <a:t>支持图片、视频等多模态交互</a:t>
            </a:r>
            <a:endParaRPr sz="2400" dirty="0">
              <a:latin typeface="思源宋体 CN Heavy"/>
              <a:ea typeface="思源宋体 CN Heavy"/>
              <a:cs typeface="思源宋体 CN Heavy"/>
            </a:endParaRP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94581B4A-C9B2-4DEC-B8E1-0A0E749711B3}"/>
              </a:ext>
            </a:extLst>
          </p:cNvPr>
          <p:cNvSpPr>
            <a:spLocks noGrp="1"/>
          </p:cNvSpPr>
          <p:nvPr/>
        </p:nvSpPr>
        <p:spPr>
          <a:xfrm>
            <a:off x="653142" y="3982580"/>
            <a:ext cx="6058810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52EA2C1-7AD9-BAA4-1C56-502F14BF4872}"/>
              </a:ext>
            </a:extLst>
          </p:cNvPr>
          <p:cNvSpPr>
            <a:spLocks noGrp="1"/>
          </p:cNvSpPr>
          <p:nvPr/>
        </p:nvSpPr>
        <p:spPr>
          <a:xfrm>
            <a:off x="639536" y="4614786"/>
            <a:ext cx="584381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800" i="1">
                <a:solidFill>
                  <a:schemeClr val="accent3">
                    <a:lumMod val="75000"/>
                  </a:schemeClr>
                </a:solidFill>
                <a:latin typeface="思源宋体 CN Heavy"/>
                <a:ea typeface="思源宋体 CN Heavy"/>
                <a:cs typeface="思源宋体 CN Heavy"/>
              </a:rPr>
              <a:t>本地同步:</a:t>
            </a:r>
          </a:p>
          <a:p>
            <a:pPr>
              <a:buNone/>
            </a:pPr>
            <a:r>
              <a:rPr sz="2400">
                <a:latin typeface="+mn-ea"/>
                <a:ea typeface="+mn-ea"/>
                <a:cs typeface="+mn-ea"/>
              </a:rPr>
              <a:t>支持系统个性化分析用户画像，精准推荐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A9E16AE-7333-408C-B86C-2365AB709A59}"/>
              </a:ext>
            </a:extLst>
          </p:cNvPr>
          <p:cNvSpPr>
            <a:spLocks noGrp="1"/>
          </p:cNvSpPr>
          <p:nvPr/>
        </p:nvSpPr>
        <p:spPr>
          <a:xfrm>
            <a:off x="639537" y="5594009"/>
            <a:ext cx="5843813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76FECF87-68DB-4EDF-827E-AFB7B733B41E}"/>
              </a:ext>
            </a:extLst>
          </p:cNvPr>
          <p:cNvSpPr>
            <a:spLocks noGrp="1"/>
          </p:cNvSpPr>
          <p:nvPr/>
        </p:nvSpPr>
        <p:spPr>
          <a:xfrm>
            <a:off x="639537" y="2236958"/>
            <a:ext cx="6135913" cy="6257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4675158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7DB9AF2B-7644-4CBC-BF19-2EDB97A7C2F4}"/>
              </a:ext>
            </a:extLst>
          </p:cNvPr>
          <p:cNvSpPr>
            <a:spLocks noGrp="1"/>
          </p:cNvSpPr>
          <p:nvPr/>
        </p:nvSpPr>
        <p:spPr>
          <a:xfrm>
            <a:off x="0" y="3976914"/>
            <a:ext cx="6952343" cy="1923810"/>
          </a:xfrm>
          <a:custGeom>
            <a:avLst/>
            <a:gdLst/>
            <a:ahLst/>
            <a:cxnLst/>
            <a:rect l="l" t="t" r="r" b="b"/>
            <a:pathLst>
              <a:path w="7779657" h="2133600">
                <a:moveTo>
                  <a:pt x="0" y="0"/>
                </a:moveTo>
                <a:lnTo>
                  <a:pt x="7779657" y="0"/>
                </a:lnTo>
                <a:lnTo>
                  <a:pt x="7779657" y="2133600"/>
                </a:lnTo>
                <a:lnTo>
                  <a:pt x="0" y="2133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66723EF0-3307-4078-B329-EED78CC72277}"/>
              </a:ext>
            </a:extLst>
          </p:cNvPr>
          <p:cNvSpPr>
            <a:spLocks noGrp="1"/>
          </p:cNvSpPr>
          <p:nvPr/>
        </p:nvSpPr>
        <p:spPr>
          <a:xfrm>
            <a:off x="10799979" y="0"/>
            <a:ext cx="0" cy="59944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490AFB28-00D5-493C-BCD5-193CF88B49FF}"/>
              </a:ext>
            </a:extLst>
          </p:cNvPr>
          <p:cNvSpPr>
            <a:spLocks noGrp="1"/>
          </p:cNvSpPr>
          <p:nvPr/>
        </p:nvSpPr>
        <p:spPr>
          <a:xfrm>
            <a:off x="0" y="6393593"/>
            <a:ext cx="3914798" cy="0"/>
          </a:xfrm>
          <a:prstGeom prst="line">
            <a:avLst/>
          </a:prstGeom>
          <a:ln>
            <a:solidFill>
              <a:schemeClr val="accent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0CD55F59-5D41-481C-9F2B-3690D715C8D7}"/>
              </a:ext>
            </a:extLst>
          </p:cNvPr>
          <p:cNvSpPr>
            <a:spLocks noGrp="1"/>
          </p:cNvSpPr>
          <p:nvPr/>
        </p:nvSpPr>
        <p:spPr>
          <a:xfrm>
            <a:off x="0" y="4305189"/>
            <a:ext cx="924247" cy="1204686"/>
          </a:xfrm>
          <a:custGeom>
            <a:avLst/>
            <a:gdLst/>
            <a:ahLst/>
            <a:cxnLst/>
            <a:rect l="l" t="t" r="r" b="b"/>
            <a:pathLst>
              <a:path w="924247" h="1204686">
                <a:moveTo>
                  <a:pt x="0" y="0"/>
                </a:moveTo>
                <a:lnTo>
                  <a:pt x="924247" y="0"/>
                </a:lnTo>
                <a:lnTo>
                  <a:pt x="924247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B755E9FE-22DB-4857-8B2C-CC62FED9F093}"/>
              </a:ext>
            </a:extLst>
          </p:cNvPr>
          <p:cNvSpPr>
            <a:spLocks noGrp="1"/>
          </p:cNvSpPr>
          <p:nvPr/>
        </p:nvSpPr>
        <p:spPr>
          <a:xfrm>
            <a:off x="1094966" y="4305189"/>
            <a:ext cx="1766075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4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CC2D38E6-AD4F-47BB-8675-FCC03CFB3E14}"/>
              </a:ext>
            </a:extLst>
          </p:cNvPr>
          <p:cNvSpPr>
            <a:spLocks noGrp="1"/>
          </p:cNvSpPr>
          <p:nvPr/>
        </p:nvSpPr>
        <p:spPr>
          <a:xfrm>
            <a:off x="3031761" y="4305189"/>
            <a:ext cx="1766075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D2D0436-64BC-4A36-94F7-3364F0B08A07}"/>
              </a:ext>
            </a:extLst>
          </p:cNvPr>
          <p:cNvSpPr>
            <a:spLocks noGrp="1"/>
          </p:cNvSpPr>
          <p:nvPr/>
        </p:nvSpPr>
        <p:spPr>
          <a:xfrm>
            <a:off x="4968555" y="4305189"/>
            <a:ext cx="1766075" cy="1204686"/>
          </a:xfrm>
          <a:custGeom>
            <a:avLst/>
            <a:gdLst/>
            <a:ahLst/>
            <a:cxnLst/>
            <a:rect l="l" t="t" r="r" b="b"/>
            <a:pathLst>
              <a:path w="1766075" h="1204686">
                <a:moveTo>
                  <a:pt x="0" y="0"/>
                </a:moveTo>
                <a:lnTo>
                  <a:pt x="1766075" y="0"/>
                </a:lnTo>
                <a:lnTo>
                  <a:pt x="1766075" y="1204686"/>
                </a:lnTo>
                <a:lnTo>
                  <a:pt x="0" y="1204686"/>
                </a:lnTo>
                <a:close/>
              </a:path>
            </a:pathLst>
          </a:custGeom>
          <a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1A34736-FF82-4C7A-BCAE-DC10C1AD9AB9}"/>
              </a:ext>
            </a:extLst>
          </p:cNvPr>
          <p:cNvSpPr>
            <a:spLocks noGrp="1"/>
          </p:cNvSpPr>
          <p:nvPr/>
        </p:nvSpPr>
        <p:spPr>
          <a:xfrm>
            <a:off x="924247" y="1518693"/>
            <a:ext cx="8483712" cy="1015663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 b="0" i="1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THANK</a:t>
            </a:r>
            <a:r>
              <a:rPr sz="6000" i="1">
                <a:solidFill>
                  <a:srgbClr val="A67B49">
                    <a:lumMod val="75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S</a:t>
            </a:r>
            <a:r>
              <a:rPr sz="6000" b="0" i="1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Heavy"/>
                <a:ea typeface="思源宋体 CN Heavy"/>
                <a:cs typeface="思源宋体 CN Heavy"/>
              </a:rPr>
              <a:t> FOR Listening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4D5857E-A304-4768-AE5F-F55335CA08DB}"/>
              </a:ext>
            </a:extLst>
          </p:cNvPr>
          <p:cNvSpPr>
            <a:spLocks noGrp="1"/>
          </p:cNvSpPr>
          <p:nvPr/>
        </p:nvSpPr>
        <p:spPr>
          <a:xfrm rot="5400000">
            <a:off x="9670507" y="1524432"/>
            <a:ext cx="3648636" cy="599777"/>
          </a:xfrm>
          <a:custGeom>
            <a:avLst/>
            <a:gdLst/>
            <a:ahLst/>
            <a:cxnLst/>
            <a:rect l="l" t="t" r="r" b="b"/>
            <a:pathLst>
              <a:path w="3648636" h="599777">
                <a:moveTo>
                  <a:pt x="3196943" y="584522"/>
                </a:moveTo>
                <a:lnTo>
                  <a:pt x="3196943" y="558477"/>
                </a:lnTo>
                <a:lnTo>
                  <a:pt x="3265404" y="551780"/>
                </a:lnTo>
                <a:cubicBezTo>
                  <a:pt x="3266644" y="513333"/>
                  <a:pt x="3267326" y="474513"/>
                  <a:pt x="3267450" y="435322"/>
                </a:cubicBezTo>
                <a:cubicBezTo>
                  <a:pt x="3267574" y="396130"/>
                  <a:pt x="3267636" y="356691"/>
                  <a:pt x="3267636" y="317003"/>
                </a:cubicBezTo>
                <a:lnTo>
                  <a:pt x="3267636" y="283517"/>
                </a:lnTo>
                <a:cubicBezTo>
                  <a:pt x="3267636" y="243830"/>
                  <a:pt x="3267575" y="204328"/>
                  <a:pt x="3267450" y="165013"/>
                </a:cubicBezTo>
                <a:cubicBezTo>
                  <a:pt x="3267326" y="125697"/>
                  <a:pt x="3266644" y="86444"/>
                  <a:pt x="3265404" y="47252"/>
                </a:cubicBezTo>
                <a:lnTo>
                  <a:pt x="3196943" y="41299"/>
                </a:lnTo>
                <a:lnTo>
                  <a:pt x="3196943" y="15254"/>
                </a:lnTo>
                <a:lnTo>
                  <a:pt x="3632637" y="15254"/>
                </a:lnTo>
                <a:lnTo>
                  <a:pt x="3631893" y="167059"/>
                </a:lnTo>
                <a:lnTo>
                  <a:pt x="3587989" y="167059"/>
                </a:lnTo>
                <a:lnTo>
                  <a:pt x="3552642" y="45020"/>
                </a:lnTo>
                <a:lnTo>
                  <a:pt x="3398233" y="45020"/>
                </a:lnTo>
                <a:cubicBezTo>
                  <a:pt x="3397489" y="83219"/>
                  <a:pt x="3397055" y="121915"/>
                  <a:pt x="3396931" y="161106"/>
                </a:cubicBezTo>
                <a:cubicBezTo>
                  <a:pt x="3396807" y="200297"/>
                  <a:pt x="3396745" y="240109"/>
                  <a:pt x="3396745" y="280541"/>
                </a:cubicBezTo>
                <a:lnTo>
                  <a:pt x="3500180" y="280541"/>
                </a:lnTo>
                <a:lnTo>
                  <a:pt x="3511714" y="196081"/>
                </a:lnTo>
                <a:lnTo>
                  <a:pt x="3549666" y="196081"/>
                </a:lnTo>
                <a:lnTo>
                  <a:pt x="3549666" y="388813"/>
                </a:lnTo>
                <a:lnTo>
                  <a:pt x="3511714" y="388813"/>
                </a:lnTo>
                <a:lnTo>
                  <a:pt x="3500924" y="308074"/>
                </a:lnTo>
                <a:lnTo>
                  <a:pt x="3396745" y="308074"/>
                </a:lnTo>
                <a:lnTo>
                  <a:pt x="3396745" y="310306"/>
                </a:lnTo>
                <a:cubicBezTo>
                  <a:pt x="3396745" y="352474"/>
                  <a:pt x="3396807" y="393836"/>
                  <a:pt x="3396931" y="434392"/>
                </a:cubicBezTo>
                <a:cubicBezTo>
                  <a:pt x="3397055" y="474947"/>
                  <a:pt x="3397489" y="515069"/>
                  <a:pt x="3398233" y="554756"/>
                </a:cubicBezTo>
                <a:lnTo>
                  <a:pt x="3569385" y="554756"/>
                </a:lnTo>
                <a:lnTo>
                  <a:pt x="3604732" y="426764"/>
                </a:lnTo>
                <a:lnTo>
                  <a:pt x="3647148" y="426764"/>
                </a:lnTo>
                <a:lnTo>
                  <a:pt x="3648636" y="584522"/>
                </a:lnTo>
                <a:close/>
                <a:moveTo>
                  <a:pt x="2701643" y="584522"/>
                </a:moveTo>
                <a:lnTo>
                  <a:pt x="2702387" y="558477"/>
                </a:lnTo>
                <a:lnTo>
                  <a:pt x="2770104" y="551780"/>
                </a:lnTo>
                <a:cubicBezTo>
                  <a:pt x="2771344" y="513581"/>
                  <a:pt x="2772026" y="475939"/>
                  <a:pt x="2772150" y="438857"/>
                </a:cubicBezTo>
                <a:cubicBezTo>
                  <a:pt x="2772275" y="401773"/>
                  <a:pt x="2772336" y="367977"/>
                  <a:pt x="2772336" y="337467"/>
                </a:cubicBezTo>
                <a:lnTo>
                  <a:pt x="2772336" y="283517"/>
                </a:lnTo>
                <a:cubicBezTo>
                  <a:pt x="2772336" y="243830"/>
                  <a:pt x="2772275" y="204328"/>
                  <a:pt x="2772150" y="165013"/>
                </a:cubicBezTo>
                <a:cubicBezTo>
                  <a:pt x="2772026" y="125697"/>
                  <a:pt x="2771344" y="86444"/>
                  <a:pt x="2770104" y="47252"/>
                </a:cubicBezTo>
                <a:lnTo>
                  <a:pt x="2701643" y="41299"/>
                </a:lnTo>
                <a:lnTo>
                  <a:pt x="2701643" y="15254"/>
                </a:lnTo>
                <a:lnTo>
                  <a:pt x="2977347" y="15254"/>
                </a:lnTo>
                <a:lnTo>
                  <a:pt x="2977347" y="41299"/>
                </a:lnTo>
                <a:lnTo>
                  <a:pt x="2902933" y="47997"/>
                </a:lnTo>
                <a:cubicBezTo>
                  <a:pt x="2902189" y="86444"/>
                  <a:pt x="2901755" y="124705"/>
                  <a:pt x="2901631" y="162780"/>
                </a:cubicBezTo>
                <a:cubicBezTo>
                  <a:pt x="2901507" y="200855"/>
                  <a:pt x="2901445" y="237008"/>
                  <a:pt x="2901445" y="271239"/>
                </a:cubicBezTo>
                <a:lnTo>
                  <a:pt x="2901445" y="320724"/>
                </a:lnTo>
                <a:cubicBezTo>
                  <a:pt x="2901445" y="358427"/>
                  <a:pt x="2901507" y="396937"/>
                  <a:pt x="2901631" y="436252"/>
                </a:cubicBezTo>
                <a:cubicBezTo>
                  <a:pt x="2901755" y="475567"/>
                  <a:pt x="2902189" y="515069"/>
                  <a:pt x="2902933" y="554756"/>
                </a:cubicBezTo>
                <a:lnTo>
                  <a:pt x="3061435" y="554756"/>
                </a:lnTo>
                <a:lnTo>
                  <a:pt x="3099386" y="413742"/>
                </a:lnTo>
                <a:lnTo>
                  <a:pt x="3140686" y="413742"/>
                </a:lnTo>
                <a:lnTo>
                  <a:pt x="3142174" y="584522"/>
                </a:lnTo>
                <a:close/>
                <a:moveTo>
                  <a:pt x="2138254" y="41299"/>
                </a:moveTo>
                <a:lnTo>
                  <a:pt x="2138254" y="15254"/>
                </a:lnTo>
                <a:lnTo>
                  <a:pt x="2402424" y="15254"/>
                </a:lnTo>
                <a:lnTo>
                  <a:pt x="2402424" y="41299"/>
                </a:lnTo>
                <a:lnTo>
                  <a:pt x="2327266" y="48741"/>
                </a:lnTo>
                <a:lnTo>
                  <a:pt x="2446700" y="308818"/>
                </a:lnTo>
                <a:lnTo>
                  <a:pt x="2564275" y="50973"/>
                </a:lnTo>
                <a:lnTo>
                  <a:pt x="2489488" y="41299"/>
                </a:lnTo>
                <a:lnTo>
                  <a:pt x="2489488" y="15254"/>
                </a:lnTo>
                <a:lnTo>
                  <a:pt x="2667710" y="15254"/>
                </a:lnTo>
                <a:lnTo>
                  <a:pt x="2667710" y="41299"/>
                </a:lnTo>
                <a:lnTo>
                  <a:pt x="2605202" y="50229"/>
                </a:lnTo>
                <a:lnTo>
                  <a:pt x="2463444" y="340072"/>
                </a:lnTo>
                <a:cubicBezTo>
                  <a:pt x="2463444" y="374798"/>
                  <a:pt x="2463505" y="404192"/>
                  <a:pt x="2463630" y="428253"/>
                </a:cubicBezTo>
                <a:cubicBezTo>
                  <a:pt x="2463753" y="452313"/>
                  <a:pt x="2463877" y="473893"/>
                  <a:pt x="2464002" y="492993"/>
                </a:cubicBezTo>
                <a:cubicBezTo>
                  <a:pt x="2464125" y="512092"/>
                  <a:pt x="2464435" y="531440"/>
                  <a:pt x="2464932" y="551036"/>
                </a:cubicBezTo>
                <a:lnTo>
                  <a:pt x="2542694" y="558477"/>
                </a:lnTo>
                <a:lnTo>
                  <a:pt x="2542694" y="584522"/>
                </a:lnTo>
                <a:lnTo>
                  <a:pt x="2256200" y="584522"/>
                </a:lnTo>
                <a:lnTo>
                  <a:pt x="2256200" y="558477"/>
                </a:lnTo>
                <a:lnTo>
                  <a:pt x="2333219" y="551036"/>
                </a:lnTo>
                <a:cubicBezTo>
                  <a:pt x="2333715" y="532928"/>
                  <a:pt x="2334087" y="515131"/>
                  <a:pt x="2334335" y="497644"/>
                </a:cubicBezTo>
                <a:cubicBezTo>
                  <a:pt x="2334583" y="480156"/>
                  <a:pt x="2334707" y="460623"/>
                  <a:pt x="2334707" y="439043"/>
                </a:cubicBezTo>
                <a:cubicBezTo>
                  <a:pt x="2334707" y="417462"/>
                  <a:pt x="2334707" y="391541"/>
                  <a:pt x="2334707" y="361280"/>
                </a:cubicBezTo>
                <a:lnTo>
                  <a:pt x="2179926" y="45020"/>
                </a:lnTo>
                <a:close/>
                <a:moveTo>
                  <a:pt x="1602027" y="178221"/>
                </a:moveTo>
                <a:lnTo>
                  <a:pt x="1605003" y="15254"/>
                </a:lnTo>
                <a:lnTo>
                  <a:pt x="2108042" y="15254"/>
                </a:lnTo>
                <a:lnTo>
                  <a:pt x="2111019" y="178221"/>
                </a:lnTo>
                <a:lnTo>
                  <a:pt x="2066742" y="178221"/>
                </a:lnTo>
                <a:lnTo>
                  <a:pt x="2028047" y="45020"/>
                </a:lnTo>
                <a:lnTo>
                  <a:pt x="1922007" y="45020"/>
                </a:lnTo>
                <a:cubicBezTo>
                  <a:pt x="1921263" y="84211"/>
                  <a:pt x="1920829" y="123651"/>
                  <a:pt x="1920705" y="163338"/>
                </a:cubicBezTo>
                <a:cubicBezTo>
                  <a:pt x="1920581" y="203026"/>
                  <a:pt x="1920519" y="243085"/>
                  <a:pt x="1920519" y="283517"/>
                </a:cubicBezTo>
                <a:lnTo>
                  <a:pt x="1920519" y="316259"/>
                </a:lnTo>
                <a:cubicBezTo>
                  <a:pt x="1920519" y="355203"/>
                  <a:pt x="1920581" y="394332"/>
                  <a:pt x="1920705" y="433647"/>
                </a:cubicBezTo>
                <a:cubicBezTo>
                  <a:pt x="1920829" y="472963"/>
                  <a:pt x="1921263" y="512092"/>
                  <a:pt x="1922007" y="551036"/>
                </a:cubicBezTo>
                <a:lnTo>
                  <a:pt x="1999769" y="558477"/>
                </a:lnTo>
                <a:lnTo>
                  <a:pt x="1999769" y="584522"/>
                </a:lnTo>
                <a:lnTo>
                  <a:pt x="1713276" y="584522"/>
                </a:lnTo>
                <a:lnTo>
                  <a:pt x="1713276" y="558477"/>
                </a:lnTo>
                <a:lnTo>
                  <a:pt x="1790294" y="551036"/>
                </a:lnTo>
                <a:cubicBezTo>
                  <a:pt x="1791038" y="512836"/>
                  <a:pt x="1791472" y="474203"/>
                  <a:pt x="1791596" y="435136"/>
                </a:cubicBezTo>
                <a:cubicBezTo>
                  <a:pt x="1791720" y="396068"/>
                  <a:pt x="1791782" y="356691"/>
                  <a:pt x="1791782" y="317003"/>
                </a:cubicBezTo>
                <a:lnTo>
                  <a:pt x="1791782" y="283517"/>
                </a:lnTo>
                <a:cubicBezTo>
                  <a:pt x="1791782" y="243582"/>
                  <a:pt x="1791720" y="203646"/>
                  <a:pt x="1791596" y="163710"/>
                </a:cubicBezTo>
                <a:cubicBezTo>
                  <a:pt x="1791473" y="123775"/>
                  <a:pt x="1791038" y="84211"/>
                  <a:pt x="1790294" y="45020"/>
                </a:cubicBezTo>
                <a:lnTo>
                  <a:pt x="1684998" y="45020"/>
                </a:lnTo>
                <a:lnTo>
                  <a:pt x="1647047" y="178221"/>
                </a:lnTo>
                <a:close/>
                <a:moveTo>
                  <a:pt x="1156509" y="554012"/>
                </a:moveTo>
                <a:lnTo>
                  <a:pt x="1162091" y="423043"/>
                </a:lnTo>
                <a:lnTo>
                  <a:pt x="1206367" y="423043"/>
                </a:lnTo>
                <a:lnTo>
                  <a:pt x="1246551" y="555501"/>
                </a:lnTo>
                <a:cubicBezTo>
                  <a:pt x="1257961" y="559717"/>
                  <a:pt x="1269619" y="562694"/>
                  <a:pt x="1281525" y="564430"/>
                </a:cubicBezTo>
                <a:cubicBezTo>
                  <a:pt x="1293431" y="566167"/>
                  <a:pt x="1306702" y="567035"/>
                  <a:pt x="1321337" y="567035"/>
                </a:cubicBezTo>
                <a:cubicBezTo>
                  <a:pt x="1359040" y="567035"/>
                  <a:pt x="1388000" y="558601"/>
                  <a:pt x="1408215" y="541734"/>
                </a:cubicBezTo>
                <a:cubicBezTo>
                  <a:pt x="1428431" y="524867"/>
                  <a:pt x="1438539" y="501550"/>
                  <a:pt x="1438539" y="471785"/>
                </a:cubicBezTo>
                <a:cubicBezTo>
                  <a:pt x="1438539" y="445740"/>
                  <a:pt x="1432338" y="424904"/>
                  <a:pt x="1419935" y="409277"/>
                </a:cubicBezTo>
                <a:cubicBezTo>
                  <a:pt x="1407533" y="393650"/>
                  <a:pt x="1386077" y="379139"/>
                  <a:pt x="1355567" y="365745"/>
                </a:cubicBezTo>
                <a:lnTo>
                  <a:pt x="1319104" y="349746"/>
                </a:lnTo>
                <a:cubicBezTo>
                  <a:pt x="1268007" y="326925"/>
                  <a:pt x="1229187" y="301314"/>
                  <a:pt x="1202646" y="272913"/>
                </a:cubicBezTo>
                <a:cubicBezTo>
                  <a:pt x="1176105" y="244512"/>
                  <a:pt x="1162835" y="207367"/>
                  <a:pt x="1162835" y="161478"/>
                </a:cubicBezTo>
                <a:cubicBezTo>
                  <a:pt x="1162835" y="127248"/>
                  <a:pt x="1171455" y="98102"/>
                  <a:pt x="1188694" y="74042"/>
                </a:cubicBezTo>
                <a:cubicBezTo>
                  <a:pt x="1205933" y="49981"/>
                  <a:pt x="1230118" y="31626"/>
                  <a:pt x="1261247" y="18975"/>
                </a:cubicBezTo>
                <a:cubicBezTo>
                  <a:pt x="1292377" y="6325"/>
                  <a:pt x="1328654" y="0"/>
                  <a:pt x="1370078" y="0"/>
                </a:cubicBezTo>
                <a:cubicBezTo>
                  <a:pt x="1399844" y="0"/>
                  <a:pt x="1427811" y="3844"/>
                  <a:pt x="1453980" y="11534"/>
                </a:cubicBezTo>
                <a:cubicBezTo>
                  <a:pt x="1480149" y="19223"/>
                  <a:pt x="1503775" y="29889"/>
                  <a:pt x="1524859" y="43532"/>
                </a:cubicBezTo>
                <a:lnTo>
                  <a:pt x="1517790" y="167803"/>
                </a:lnTo>
                <a:lnTo>
                  <a:pt x="1473514" y="167803"/>
                </a:lnTo>
                <a:lnTo>
                  <a:pt x="1434818" y="41299"/>
                </a:lnTo>
                <a:cubicBezTo>
                  <a:pt x="1427129" y="37827"/>
                  <a:pt x="1419315" y="35408"/>
                  <a:pt x="1411378" y="34044"/>
                </a:cubicBezTo>
                <a:cubicBezTo>
                  <a:pt x="1403440" y="32680"/>
                  <a:pt x="1394759" y="31998"/>
                  <a:pt x="1385333" y="31998"/>
                </a:cubicBezTo>
                <a:cubicBezTo>
                  <a:pt x="1352095" y="31998"/>
                  <a:pt x="1325616" y="39997"/>
                  <a:pt x="1305896" y="55996"/>
                </a:cubicBezTo>
                <a:cubicBezTo>
                  <a:pt x="1286176" y="71995"/>
                  <a:pt x="1276316" y="94257"/>
                  <a:pt x="1276316" y="122783"/>
                </a:cubicBezTo>
                <a:cubicBezTo>
                  <a:pt x="1276316" y="149076"/>
                  <a:pt x="1283386" y="170098"/>
                  <a:pt x="1297524" y="185849"/>
                </a:cubicBezTo>
                <a:cubicBezTo>
                  <a:pt x="1311663" y="201600"/>
                  <a:pt x="1332003" y="215676"/>
                  <a:pt x="1358544" y="228079"/>
                </a:cubicBezTo>
                <a:lnTo>
                  <a:pt x="1399099" y="246310"/>
                </a:lnTo>
                <a:cubicBezTo>
                  <a:pt x="1436802" y="263177"/>
                  <a:pt x="1467065" y="280168"/>
                  <a:pt x="1489885" y="297284"/>
                </a:cubicBezTo>
                <a:cubicBezTo>
                  <a:pt x="1512705" y="314399"/>
                  <a:pt x="1529200" y="333437"/>
                  <a:pt x="1539370" y="354397"/>
                </a:cubicBezTo>
                <a:cubicBezTo>
                  <a:pt x="1549540" y="375356"/>
                  <a:pt x="1554625" y="400223"/>
                  <a:pt x="1554625" y="428997"/>
                </a:cubicBezTo>
                <a:cubicBezTo>
                  <a:pt x="1554625" y="479598"/>
                  <a:pt x="1535773" y="520712"/>
                  <a:pt x="1498070" y="552338"/>
                </a:cubicBezTo>
                <a:cubicBezTo>
                  <a:pt x="1460367" y="583964"/>
                  <a:pt x="1405797" y="599777"/>
                  <a:pt x="1334359" y="599777"/>
                </a:cubicBezTo>
                <a:cubicBezTo>
                  <a:pt x="1303105" y="599777"/>
                  <a:pt x="1271417" y="595870"/>
                  <a:pt x="1239295" y="588057"/>
                </a:cubicBezTo>
                <a:cubicBezTo>
                  <a:pt x="1207173" y="580243"/>
                  <a:pt x="1179578" y="568895"/>
                  <a:pt x="1156509" y="554012"/>
                </a:cubicBezTo>
                <a:close/>
                <a:moveTo>
                  <a:pt x="453743" y="584522"/>
                </a:moveTo>
                <a:lnTo>
                  <a:pt x="453743" y="558477"/>
                </a:lnTo>
                <a:lnTo>
                  <a:pt x="522204" y="551780"/>
                </a:lnTo>
                <a:cubicBezTo>
                  <a:pt x="523444" y="513333"/>
                  <a:pt x="524127" y="474513"/>
                  <a:pt x="524250" y="435322"/>
                </a:cubicBezTo>
                <a:cubicBezTo>
                  <a:pt x="524374" y="396130"/>
                  <a:pt x="524436" y="356691"/>
                  <a:pt x="524436" y="317003"/>
                </a:cubicBezTo>
                <a:lnTo>
                  <a:pt x="524436" y="283517"/>
                </a:lnTo>
                <a:cubicBezTo>
                  <a:pt x="524436" y="243830"/>
                  <a:pt x="524374" y="204328"/>
                  <a:pt x="524250" y="165013"/>
                </a:cubicBezTo>
                <a:cubicBezTo>
                  <a:pt x="524127" y="125697"/>
                  <a:pt x="523444" y="86444"/>
                  <a:pt x="522204" y="47252"/>
                </a:cubicBezTo>
                <a:lnTo>
                  <a:pt x="453743" y="41299"/>
                </a:lnTo>
                <a:lnTo>
                  <a:pt x="453743" y="15254"/>
                </a:lnTo>
                <a:lnTo>
                  <a:pt x="889437" y="15254"/>
                </a:lnTo>
                <a:lnTo>
                  <a:pt x="888693" y="167059"/>
                </a:lnTo>
                <a:lnTo>
                  <a:pt x="844789" y="167059"/>
                </a:lnTo>
                <a:lnTo>
                  <a:pt x="809442" y="45020"/>
                </a:lnTo>
                <a:lnTo>
                  <a:pt x="655033" y="45020"/>
                </a:lnTo>
                <a:cubicBezTo>
                  <a:pt x="654289" y="83219"/>
                  <a:pt x="653855" y="121915"/>
                  <a:pt x="653731" y="161106"/>
                </a:cubicBezTo>
                <a:cubicBezTo>
                  <a:pt x="653607" y="200297"/>
                  <a:pt x="653545" y="240109"/>
                  <a:pt x="653545" y="280541"/>
                </a:cubicBezTo>
                <a:lnTo>
                  <a:pt x="756980" y="280541"/>
                </a:lnTo>
                <a:lnTo>
                  <a:pt x="768515" y="196081"/>
                </a:lnTo>
                <a:lnTo>
                  <a:pt x="806466" y="196081"/>
                </a:lnTo>
                <a:lnTo>
                  <a:pt x="806466" y="388813"/>
                </a:lnTo>
                <a:lnTo>
                  <a:pt x="768515" y="388813"/>
                </a:lnTo>
                <a:lnTo>
                  <a:pt x="757725" y="308074"/>
                </a:lnTo>
                <a:lnTo>
                  <a:pt x="653545" y="308074"/>
                </a:lnTo>
                <a:lnTo>
                  <a:pt x="653545" y="310306"/>
                </a:lnTo>
                <a:cubicBezTo>
                  <a:pt x="653545" y="352474"/>
                  <a:pt x="653607" y="393836"/>
                  <a:pt x="653731" y="434392"/>
                </a:cubicBezTo>
                <a:cubicBezTo>
                  <a:pt x="653855" y="474947"/>
                  <a:pt x="654289" y="515069"/>
                  <a:pt x="655033" y="554756"/>
                </a:cubicBezTo>
                <a:lnTo>
                  <a:pt x="826185" y="554756"/>
                </a:lnTo>
                <a:lnTo>
                  <a:pt x="861532" y="426764"/>
                </a:lnTo>
                <a:lnTo>
                  <a:pt x="903948" y="426764"/>
                </a:lnTo>
                <a:lnTo>
                  <a:pt x="905436" y="584522"/>
                </a:lnTo>
                <a:close/>
                <a:moveTo>
                  <a:pt x="0" y="550358"/>
                </a:moveTo>
                <a:lnTo>
                  <a:pt x="0" y="51574"/>
                </a:lnTo>
                <a:lnTo>
                  <a:pt x="21546" y="36276"/>
                </a:lnTo>
                <a:cubicBezTo>
                  <a:pt x="67931" y="12092"/>
                  <a:pt x="121757" y="0"/>
                  <a:pt x="183025" y="0"/>
                </a:cubicBezTo>
                <a:cubicBezTo>
                  <a:pt x="215767" y="0"/>
                  <a:pt x="245594" y="3534"/>
                  <a:pt x="272508" y="10604"/>
                </a:cubicBezTo>
                <a:cubicBezTo>
                  <a:pt x="299421" y="17673"/>
                  <a:pt x="324659" y="27905"/>
                  <a:pt x="348224" y="41299"/>
                </a:cubicBezTo>
                <a:lnTo>
                  <a:pt x="345247" y="180826"/>
                </a:lnTo>
                <a:lnTo>
                  <a:pt x="297994" y="180826"/>
                </a:lnTo>
                <a:lnTo>
                  <a:pt x="258183" y="39811"/>
                </a:lnTo>
                <a:cubicBezTo>
                  <a:pt x="241068" y="32618"/>
                  <a:pt x="221596" y="29021"/>
                  <a:pt x="199768" y="29021"/>
                </a:cubicBezTo>
                <a:cubicBezTo>
                  <a:pt x="163801" y="29021"/>
                  <a:pt x="131431" y="38881"/>
                  <a:pt x="102658" y="58601"/>
                </a:cubicBezTo>
                <a:cubicBezTo>
                  <a:pt x="73884" y="78320"/>
                  <a:pt x="51126" y="108148"/>
                  <a:pt x="34383" y="148084"/>
                </a:cubicBezTo>
                <a:cubicBezTo>
                  <a:pt x="17639" y="188019"/>
                  <a:pt x="9268" y="238497"/>
                  <a:pt x="9268" y="299516"/>
                </a:cubicBezTo>
                <a:cubicBezTo>
                  <a:pt x="9268" y="356071"/>
                  <a:pt x="17392" y="404626"/>
                  <a:pt x="33638" y="445182"/>
                </a:cubicBezTo>
                <a:cubicBezTo>
                  <a:pt x="49885" y="485737"/>
                  <a:pt x="71838" y="516805"/>
                  <a:pt x="99495" y="538385"/>
                </a:cubicBezTo>
                <a:cubicBezTo>
                  <a:pt x="127152" y="559965"/>
                  <a:pt x="157972" y="570755"/>
                  <a:pt x="191954" y="570755"/>
                </a:cubicBezTo>
                <a:cubicBezTo>
                  <a:pt x="200636" y="570755"/>
                  <a:pt x="209194" y="570321"/>
                  <a:pt x="217627" y="569453"/>
                </a:cubicBezTo>
                <a:cubicBezTo>
                  <a:pt x="226061" y="568585"/>
                  <a:pt x="234246" y="567283"/>
                  <a:pt x="242184" y="565546"/>
                </a:cubicBezTo>
                <a:lnTo>
                  <a:pt x="242184" y="508248"/>
                </a:lnTo>
                <a:cubicBezTo>
                  <a:pt x="242184" y="480218"/>
                  <a:pt x="241998" y="452437"/>
                  <a:pt x="241626" y="424904"/>
                </a:cubicBezTo>
                <a:cubicBezTo>
                  <a:pt x="241254" y="397371"/>
                  <a:pt x="240696" y="369341"/>
                  <a:pt x="239951" y="340816"/>
                </a:cubicBezTo>
                <a:lnTo>
                  <a:pt x="158468" y="330770"/>
                </a:lnTo>
                <a:lnTo>
                  <a:pt x="158468" y="304725"/>
                </a:lnTo>
                <a:lnTo>
                  <a:pt x="412964" y="304725"/>
                </a:lnTo>
                <a:lnTo>
                  <a:pt x="412964" y="330770"/>
                </a:lnTo>
                <a:lnTo>
                  <a:pt x="365711" y="336723"/>
                </a:lnTo>
                <a:cubicBezTo>
                  <a:pt x="364223" y="392534"/>
                  <a:pt x="363479" y="450949"/>
                  <a:pt x="363479" y="511968"/>
                </a:cubicBezTo>
                <a:lnTo>
                  <a:pt x="363479" y="549547"/>
                </a:lnTo>
                <a:cubicBezTo>
                  <a:pt x="333713" y="566911"/>
                  <a:pt x="304320" y="579623"/>
                  <a:pt x="275298" y="587685"/>
                </a:cubicBezTo>
                <a:cubicBezTo>
                  <a:pt x="246277" y="595746"/>
                  <a:pt x="213659" y="599777"/>
                  <a:pt x="177444" y="599777"/>
                </a:cubicBezTo>
                <a:cubicBezTo>
                  <a:pt x="117168" y="599777"/>
                  <a:pt x="64272" y="587809"/>
                  <a:pt x="18756" y="563872"/>
                </a:cubicBezTo>
                <a:close/>
              </a:path>
            </a:pathLst>
          </a:cu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>
            <a:lvl1pPr>
              <a:buNone/>
              <a:defRPr sz="6000">
                <a:solidFill>
                  <a:schemeClr val="accent2">
                    <a:lumMod val="10000"/>
                    <a:lumOff val="9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9097DED-E05F-4CFF-AB26-3235D24F18B9}"/>
              </a:ext>
            </a:extLst>
          </p:cNvPr>
          <p:cNvSpPr>
            <a:spLocks noGrp="1"/>
          </p:cNvSpPr>
          <p:nvPr/>
        </p:nvSpPr>
        <p:spPr>
          <a:xfrm>
            <a:off x="11322865" y="3976914"/>
            <a:ext cx="343920" cy="343920"/>
          </a:xfrm>
          <a:prstGeom prst="rect">
            <a:avLst/>
          </a:prstGeom>
          <a:solidFill>
            <a:schemeClr val="accent2">
              <a:lumMod val="90000"/>
              <a:lumOff val="10000"/>
              <a:alpha val="26000"/>
            </a:schemeClr>
          </a:solidFill>
          <a:ln>
            <a:noFill/>
          </a:ln>
        </p:spPr>
        <p:txBody>
          <a:bodyPr rot="0" spcFirstLastPara="0" vert="horz"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任意多边形: 形状 152">
            <a:extLst>
              <a:ext uri="{FF2B5EF4-FFF2-40B4-BE49-F238E27FC236}">
                <a16:creationId xmlns:a16="http://schemas.microsoft.com/office/drawing/2014/main" id="{7AE591C5-1C99-481C-BF06-021F57C254B8}"/>
              </a:ext>
            </a:extLst>
          </p:cNvPr>
          <p:cNvSpPr>
            <a:spLocks noGrp="1"/>
          </p:cNvSpPr>
          <p:nvPr/>
        </p:nvSpPr>
        <p:spPr>
          <a:xfrm>
            <a:off x="10790454" y="4659086"/>
            <a:ext cx="1401546" cy="1567543"/>
          </a:xfrm>
          <a:custGeom>
            <a:avLst/>
            <a:gdLst/>
            <a:ahLst/>
            <a:cxnLst/>
            <a:rect l="l" t="t" r="r" b="b"/>
            <a:pathLst>
              <a:path w="1401546" h="1567543">
                <a:moveTo>
                  <a:pt x="0" y="0"/>
                </a:moveTo>
                <a:lnTo>
                  <a:pt x="1401546" y="0"/>
                </a:lnTo>
                <a:lnTo>
                  <a:pt x="1401546" y="1567543"/>
                </a:lnTo>
                <a:lnTo>
                  <a:pt x="0" y="156754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任意多边形: 形状 150">
            <a:extLst>
              <a:ext uri="{FF2B5EF4-FFF2-40B4-BE49-F238E27FC236}">
                <a16:creationId xmlns:a16="http://schemas.microsoft.com/office/drawing/2014/main" id="{84D66899-E71A-4B48-8C85-72DEBC4338FB}"/>
              </a:ext>
            </a:extLst>
          </p:cNvPr>
          <p:cNvSpPr>
            <a:spLocks noGrp="1"/>
          </p:cNvSpPr>
          <p:nvPr/>
        </p:nvSpPr>
        <p:spPr>
          <a:xfrm>
            <a:off x="10790454" y="6437135"/>
            <a:ext cx="1401546" cy="420865"/>
          </a:xfrm>
          <a:custGeom>
            <a:avLst/>
            <a:gdLst/>
            <a:ahLst/>
            <a:cxnLst/>
            <a:rect l="l" t="t" r="r" b="b"/>
            <a:pathLst>
              <a:path w="1401546" h="420865">
                <a:moveTo>
                  <a:pt x="0" y="0"/>
                </a:moveTo>
                <a:lnTo>
                  <a:pt x="1401546" y="0"/>
                </a:lnTo>
                <a:lnTo>
                  <a:pt x="1401546" y="420865"/>
                </a:lnTo>
                <a:lnTo>
                  <a:pt x="0" y="42086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1A0A1CF6-E6E6-41F7-8A6D-92743DC89EFD}"/>
              </a:ext>
            </a:extLst>
          </p:cNvPr>
          <p:cNvSpPr>
            <a:spLocks noGrp="1"/>
          </p:cNvSpPr>
          <p:nvPr/>
        </p:nvSpPr>
        <p:spPr>
          <a:xfrm>
            <a:off x="0" y="391885"/>
            <a:ext cx="1621972" cy="119744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9" name="图形 15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93697" y="4853214"/>
            <a:ext cx="404586" cy="404586"/>
          </a:xfrm>
          <a:prstGeom prst="rect">
            <a:avLst/>
          </a:prstGeom>
        </p:spPr>
      </p:pic>
      <p:pic>
        <p:nvPicPr>
          <p:cNvPr id="170" name="图形 15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5400000">
            <a:off x="11224396" y="5424082"/>
            <a:ext cx="570318" cy="57031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5A57DE0-7A47-B610-D308-121D00A437EE}"/>
              </a:ext>
            </a:extLst>
          </p:cNvPr>
          <p:cNvSpPr>
            <a:spLocks noGrp="1"/>
          </p:cNvSpPr>
          <p:nvPr/>
        </p:nvSpPr>
        <p:spPr>
          <a:xfrm>
            <a:off x="952845" y="3147658"/>
            <a:ext cx="3393752" cy="787523"/>
          </a:xfrm>
          <a:prstGeom prst="rect">
            <a:avLst/>
          </a:prstGeom>
          <a:noFill/>
        </p:spPr>
        <p:txBody>
          <a:bodyPr vert="horz" wrap="square">
            <a:sp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 cap="none" spc="0">
                <a:ln>
                  <a:noFill/>
                </a:ln>
                <a:solidFill>
                  <a:srgbClr val="A67B49">
                    <a:lumMod val="75000"/>
                  </a:srgbClr>
                </a:solidFill>
                <a:latin typeface="思源宋体 CN Medium"/>
                <a:ea typeface="思源宋体 CN Medium"/>
                <a:cs typeface="思源宋体 CN Medium"/>
              </a:rPr>
              <a:t>2351299 王雷 2354185 周达</a:t>
            </a:r>
          </a:p>
          <a:p>
            <a:pPr mar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i="1">
                <a:solidFill>
                  <a:srgbClr val="A67B49">
                    <a:lumMod val="75000"/>
                  </a:srgbClr>
                </a:solidFill>
                <a:latin typeface="思源宋体 CN Medium"/>
                <a:ea typeface="思源宋体 CN Medium"/>
                <a:cs typeface="思源宋体 CN Medium"/>
              </a:rPr>
              <a:t>2351129 黄景胤 2352609 林琪</a:t>
            </a:r>
          </a:p>
        </p:txBody>
      </p:sp>
    </p:spTree>
    <p:extLst>
      <p:ext uri="{BB962C8B-B14F-4D97-AF65-F5344CB8AC3E}">
        <p14:creationId xmlns:p14="http://schemas.microsoft.com/office/powerpoint/2010/main" val="826237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主题​​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342521"/>
      </a:accent2>
      <a:accent3>
        <a:srgbClr val="A67B49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党建">
      <a:majorFont>
        <a:latin typeface="思源宋体 CN Medium"/>
        <a:ea typeface="思源宋体 CN Heavy"/>
        <a:cs typeface=""/>
      </a:majorFont>
      <a:minorFont>
        <a:latin typeface="思源宋体 CN Medium"/>
        <a:ea typeface="思源宋体 CN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341</Words>
  <Application>Microsoft Office PowerPoint</Application>
  <DocSecurity>0</DocSecurity>
  <PresentationFormat>宽屏</PresentationFormat>
  <Paragraphs>109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等线</vt:lpstr>
      <vt:lpstr>等线 Light</vt:lpstr>
      <vt:lpstr>思源宋体 CN Heavy</vt:lpstr>
      <vt:lpstr>思源宋体 CN Medium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WR Wing_</cp:lastModifiedBy>
  <cp:revision>3</cp:revision>
  <dcterms:created xsi:type="dcterms:W3CDTF">2026-06-15T14:18:09Z</dcterms:created>
  <dcterms:modified xsi:type="dcterms:W3CDTF">2026-06-15T14:28:32Z</dcterms:modified>
</cp:coreProperties>
</file>